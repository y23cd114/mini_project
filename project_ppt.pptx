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media/image1.jpeg" ContentType="image/jpe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media/image2.jpeg" ContentType="image/jpeg"/>
  <Override PartName="/ppt/media/image3.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Garamond"/>
        <a:ea typeface="Garamond"/>
        <a:cs typeface="Garamond"/>
        <a:sym typeface="Garamond"/>
      </a:defRPr>
    </a:lvl1pPr>
    <a:lvl2pPr marL="0" marR="0" indent="457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Garamond"/>
        <a:ea typeface="Garamond"/>
        <a:cs typeface="Garamond"/>
        <a:sym typeface="Garamond"/>
      </a:defRPr>
    </a:lvl2pPr>
    <a:lvl3pPr marL="0" marR="0" indent="914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Garamond"/>
        <a:ea typeface="Garamond"/>
        <a:cs typeface="Garamond"/>
        <a:sym typeface="Garamond"/>
      </a:defRPr>
    </a:lvl3pPr>
    <a:lvl4pPr marL="0" marR="0" indent="1371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Garamond"/>
        <a:ea typeface="Garamond"/>
        <a:cs typeface="Garamond"/>
        <a:sym typeface="Garamond"/>
      </a:defRPr>
    </a:lvl4pPr>
    <a:lvl5pPr marL="0" marR="0" indent="18288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Garamond"/>
        <a:ea typeface="Garamond"/>
        <a:cs typeface="Garamond"/>
        <a:sym typeface="Garamond"/>
      </a:defRPr>
    </a:lvl5pPr>
    <a:lvl6pPr marL="0" marR="0" indent="22860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Garamond"/>
        <a:ea typeface="Garamond"/>
        <a:cs typeface="Garamond"/>
        <a:sym typeface="Garamond"/>
      </a:defRPr>
    </a:lvl6pPr>
    <a:lvl7pPr marL="0" marR="0" indent="2743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Garamond"/>
        <a:ea typeface="Garamond"/>
        <a:cs typeface="Garamond"/>
        <a:sym typeface="Garamond"/>
      </a:defRPr>
    </a:lvl7pPr>
    <a:lvl8pPr marL="0" marR="0" indent="3200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Garamond"/>
        <a:ea typeface="Garamond"/>
        <a:cs typeface="Garamond"/>
        <a:sym typeface="Garamond"/>
      </a:defRPr>
    </a:lvl8pPr>
    <a:lvl9pPr marL="0" marR="0" indent="3657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Garamond"/>
        <a:ea typeface="Garamond"/>
        <a:cs typeface="Garamond"/>
        <a:sym typeface="Garamond"/>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Garamond"/>
          <a:ea typeface="Garamond"/>
          <a:cs typeface="Garamond"/>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8DDCB"/>
          </a:solidFill>
        </a:fill>
      </a:tcStyle>
    </a:wholeTbl>
    <a:band2H>
      <a:tcTxStyle b="def" i="def"/>
      <a:tcStyle>
        <a:tcBdr/>
        <a:fill>
          <a:solidFill>
            <a:srgbClr val="ECEFE7"/>
          </a:solidFill>
        </a:fill>
      </a:tcStyle>
    </a:band2H>
    <a:firstCol>
      <a:tcTxStyle b="on" i="off">
        <a:font>
          <a:latin typeface="Garamond"/>
          <a:ea typeface="Garamond"/>
          <a:cs typeface="Garamon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Garamond"/>
          <a:ea typeface="Garamond"/>
          <a:cs typeface="Garamond"/>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Garamond"/>
          <a:ea typeface="Garamond"/>
          <a:cs typeface="Garamon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Garamond"/>
          <a:ea typeface="Garamond"/>
          <a:cs typeface="Garamond"/>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DE"/>
          </a:solidFill>
        </a:fill>
      </a:tcStyle>
    </a:wholeTbl>
    <a:band2H>
      <a:tcTxStyle b="def" i="def"/>
      <a:tcStyle>
        <a:tcBdr/>
        <a:fill>
          <a:solidFill>
            <a:srgbClr val="E8EBEF"/>
          </a:solidFill>
        </a:fill>
      </a:tcStyle>
    </a:band2H>
    <a:firstCol>
      <a:tcTxStyle b="on" i="off">
        <a:font>
          <a:latin typeface="Garamond"/>
          <a:ea typeface="Garamond"/>
          <a:cs typeface="Garamon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Garamond"/>
          <a:ea typeface="Garamond"/>
          <a:cs typeface="Garamond"/>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Garamond"/>
          <a:ea typeface="Garamond"/>
          <a:cs typeface="Garamon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Garamond"/>
          <a:ea typeface="Garamond"/>
          <a:cs typeface="Garamond"/>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2E4CD"/>
          </a:solidFill>
        </a:fill>
      </a:tcStyle>
    </a:wholeTbl>
    <a:band2H>
      <a:tcTxStyle b="def" i="def"/>
      <a:tcStyle>
        <a:tcBdr/>
        <a:fill>
          <a:solidFill>
            <a:srgbClr val="F9F2E8"/>
          </a:solidFill>
        </a:fill>
      </a:tcStyle>
    </a:band2H>
    <a:firstCol>
      <a:tcTxStyle b="on" i="off">
        <a:font>
          <a:latin typeface="Garamond"/>
          <a:ea typeface="Garamond"/>
          <a:cs typeface="Garamon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Garamond"/>
          <a:ea typeface="Garamond"/>
          <a:cs typeface="Garamond"/>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Garamond"/>
          <a:ea typeface="Garamond"/>
          <a:cs typeface="Garamon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Garamond"/>
          <a:ea typeface="Garamond"/>
          <a:cs typeface="Garamond"/>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Garamond"/>
          <a:ea typeface="Garamond"/>
          <a:cs typeface="Garamon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Garamond"/>
          <a:ea typeface="Garamond"/>
          <a:cs typeface="Garamond"/>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Garamond"/>
          <a:ea typeface="Garamond"/>
          <a:cs typeface="Garamond"/>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Garamond"/>
          <a:ea typeface="Garamond"/>
          <a:cs typeface="Garamond"/>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Garamond"/>
          <a:ea typeface="Garamond"/>
          <a:cs typeface="Garamon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Garamond"/>
          <a:ea typeface="Garamond"/>
          <a:cs typeface="Garamond"/>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Garamond"/>
          <a:ea typeface="Garamond"/>
          <a:cs typeface="Garamon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Garamond"/>
          <a:ea typeface="Garamond"/>
          <a:cs typeface="Garamond"/>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
          <a:latin typeface="Garamond"/>
          <a:ea typeface="Garamond"/>
          <a:cs typeface="Garamond"/>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Garamond"/>
          <a:ea typeface="Garamond"/>
          <a:cs typeface="Garamond"/>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Garamond"/>
          <a:ea typeface="Garamond"/>
          <a:cs typeface="Garamond"/>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229" name="Shape 229"/>
          <p:cNvSpPr/>
          <p:nvPr>
            <p:ph type="sldImg"/>
          </p:nvPr>
        </p:nvSpPr>
        <p:spPr>
          <a:xfrm>
            <a:off x="1143000" y="685800"/>
            <a:ext cx="4572000" cy="3429000"/>
          </a:xfrm>
          <a:prstGeom prst="rect">
            <a:avLst/>
          </a:prstGeom>
        </p:spPr>
        <p:txBody>
          <a:bodyPr/>
          <a:lstStyle/>
          <a:p>
            <a:pPr/>
          </a:p>
        </p:txBody>
      </p:sp>
      <p:sp>
        <p:nvSpPr>
          <p:cNvPr id="230" name="Shape 230"/>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Aptos"/>
      </a:defRPr>
    </a:lvl1pPr>
    <a:lvl2pPr indent="228600" latinLnBrk="0">
      <a:defRPr sz="1200">
        <a:latin typeface="+mn-lt"/>
        <a:ea typeface="+mn-ea"/>
        <a:cs typeface="+mn-cs"/>
        <a:sym typeface="Aptos"/>
      </a:defRPr>
    </a:lvl2pPr>
    <a:lvl3pPr indent="457200" latinLnBrk="0">
      <a:defRPr sz="1200">
        <a:latin typeface="+mn-lt"/>
        <a:ea typeface="+mn-ea"/>
        <a:cs typeface="+mn-cs"/>
        <a:sym typeface="Aptos"/>
      </a:defRPr>
    </a:lvl3pPr>
    <a:lvl4pPr indent="685800" latinLnBrk="0">
      <a:defRPr sz="1200">
        <a:latin typeface="+mn-lt"/>
        <a:ea typeface="+mn-ea"/>
        <a:cs typeface="+mn-cs"/>
        <a:sym typeface="Aptos"/>
      </a:defRPr>
    </a:lvl4pPr>
    <a:lvl5pPr indent="914400" latinLnBrk="0">
      <a:defRPr sz="1200">
        <a:latin typeface="+mn-lt"/>
        <a:ea typeface="+mn-ea"/>
        <a:cs typeface="+mn-cs"/>
        <a:sym typeface="Aptos"/>
      </a:defRPr>
    </a:lvl5pPr>
    <a:lvl6pPr indent="1143000" latinLnBrk="0">
      <a:defRPr sz="1200">
        <a:latin typeface="+mn-lt"/>
        <a:ea typeface="+mn-ea"/>
        <a:cs typeface="+mn-cs"/>
        <a:sym typeface="Aptos"/>
      </a:defRPr>
    </a:lvl6pPr>
    <a:lvl7pPr indent="1371600" latinLnBrk="0">
      <a:defRPr sz="1200">
        <a:latin typeface="+mn-lt"/>
        <a:ea typeface="+mn-ea"/>
        <a:cs typeface="+mn-cs"/>
        <a:sym typeface="Aptos"/>
      </a:defRPr>
    </a:lvl7pPr>
    <a:lvl8pPr indent="1600200" latinLnBrk="0">
      <a:defRPr sz="1200">
        <a:latin typeface="+mn-lt"/>
        <a:ea typeface="+mn-ea"/>
        <a:cs typeface="+mn-cs"/>
        <a:sym typeface="Aptos"/>
      </a:defRPr>
    </a:lvl8pPr>
    <a:lvl9pPr indent="1828800" latinLnBrk="0">
      <a:defRPr sz="1200">
        <a:latin typeface="+mn-lt"/>
        <a:ea typeface="+mn-ea"/>
        <a:cs typeface="+mn-cs"/>
        <a:sym typeface="Aptos"/>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0" showMasterPhAnim="1">
  <p:cSld name="Title Slide">
    <p:spTree>
      <p:nvGrpSpPr>
        <p:cNvPr id="1" name=""/>
        <p:cNvGrpSpPr/>
        <p:nvPr/>
      </p:nvGrpSpPr>
      <p:grpSpPr>
        <a:xfrm>
          <a:off x="0" y="0"/>
          <a:ext cx="0" cy="0"/>
          <a:chOff x="0" y="0"/>
          <a:chExt cx="0" cy="0"/>
        </a:xfrm>
      </p:grpSpPr>
      <p:grpSp>
        <p:nvGrpSpPr>
          <p:cNvPr id="20" name="Group 6"/>
          <p:cNvGrpSpPr/>
          <p:nvPr/>
        </p:nvGrpSpPr>
        <p:grpSpPr>
          <a:xfrm>
            <a:off x="-16935" y="0"/>
            <a:ext cx="12231162" cy="6856215"/>
            <a:chOff x="0" y="0"/>
            <a:chExt cx="12231160" cy="6856214"/>
          </a:xfrm>
        </p:grpSpPr>
        <p:pic>
          <p:nvPicPr>
            <p:cNvPr id="16" name="Picture 15" descr="Picture 15"/>
            <p:cNvPicPr>
              <a:picLocks noChangeAspect="1"/>
            </p:cNvPicPr>
            <p:nvPr/>
          </p:nvPicPr>
          <p:blipFill>
            <a:blip r:embed="rId2">
              <a:extLst/>
            </a:blip>
            <a:stretch>
              <a:fillRect/>
            </a:stretch>
          </p:blipFill>
          <p:spPr>
            <a:xfrm>
              <a:off x="16933" y="0"/>
              <a:ext cx="12188826" cy="6856215"/>
            </a:xfrm>
            <a:prstGeom prst="rect">
              <a:avLst/>
            </a:prstGeom>
            <a:ln w="12700" cap="flat">
              <a:noFill/>
              <a:miter lim="400000"/>
            </a:ln>
            <a:effectLst/>
          </p:spPr>
        </p:pic>
        <p:sp>
          <p:nvSpPr>
            <p:cNvPr id="17" name="Rectangle 25"/>
            <p:cNvSpPr/>
            <p:nvPr/>
          </p:nvSpPr>
          <p:spPr>
            <a:xfrm>
              <a:off x="2345265" y="1540930"/>
              <a:ext cx="7543803" cy="3835403"/>
            </a:xfrm>
            <a:prstGeom prst="rect">
              <a:avLst/>
            </a:prstGeom>
            <a:noFill/>
            <a:ln w="15875" cap="flat">
              <a:solidFill>
                <a:schemeClr val="accent1"/>
              </a:solidFill>
              <a:prstDash val="solid"/>
              <a:miter lim="800000"/>
            </a:ln>
            <a:effectLst/>
          </p:spPr>
          <p:txBody>
            <a:bodyPr wrap="square" lIns="45719" tIns="45719" rIns="45719" bIns="45719" numCol="1" anchor="t">
              <a:noAutofit/>
            </a:bodyPr>
            <a:lstStyle/>
            <a:p>
              <a:pPr/>
            </a:p>
          </p:txBody>
        </p:sp>
        <p:pic>
          <p:nvPicPr>
            <p:cNvPr id="18" name="Picture 16" descr="Picture 16"/>
            <p:cNvPicPr>
              <a:picLocks noChangeAspect="1"/>
            </p:cNvPicPr>
            <p:nvPr/>
          </p:nvPicPr>
          <p:blipFill>
            <a:blip r:embed="rId3">
              <a:extLst/>
            </a:blip>
            <a:stretch>
              <a:fillRect/>
            </a:stretch>
          </p:blipFill>
          <p:spPr>
            <a:xfrm>
              <a:off x="-1" y="3147609"/>
              <a:ext cx="2478025" cy="612649"/>
            </a:xfrm>
            <a:prstGeom prst="rect">
              <a:avLst/>
            </a:prstGeom>
            <a:ln w="12700" cap="flat">
              <a:noFill/>
              <a:miter lim="400000"/>
            </a:ln>
            <a:effectLst/>
          </p:spPr>
        </p:pic>
        <p:pic>
          <p:nvPicPr>
            <p:cNvPr id="19" name="Picture 19" descr="Picture 19"/>
            <p:cNvPicPr>
              <a:picLocks noChangeAspect="1"/>
            </p:cNvPicPr>
            <p:nvPr/>
          </p:nvPicPr>
          <p:blipFill>
            <a:blip r:embed="rId3">
              <a:extLst/>
            </a:blip>
            <a:stretch>
              <a:fillRect/>
            </a:stretch>
          </p:blipFill>
          <p:spPr>
            <a:xfrm>
              <a:off x="9753135" y="3147609"/>
              <a:ext cx="2478025" cy="612649"/>
            </a:xfrm>
            <a:prstGeom prst="rect">
              <a:avLst/>
            </a:prstGeom>
            <a:ln w="12700" cap="flat">
              <a:noFill/>
              <a:miter lim="400000"/>
            </a:ln>
            <a:effectLst/>
          </p:spPr>
        </p:pic>
      </p:grpSp>
      <p:sp>
        <p:nvSpPr>
          <p:cNvPr id="21" name="Title Text"/>
          <p:cNvSpPr txBox="1"/>
          <p:nvPr>
            <p:ph type="title"/>
          </p:nvPr>
        </p:nvSpPr>
        <p:spPr>
          <a:xfrm>
            <a:off x="2692398" y="1871130"/>
            <a:ext cx="6815670" cy="1515534"/>
          </a:xfrm>
          <a:prstGeom prst="rect">
            <a:avLst/>
          </a:prstGeom>
        </p:spPr>
        <p:txBody>
          <a:bodyPr anchor="b"/>
          <a:lstStyle>
            <a:lvl1pPr>
              <a:defRPr sz="5400"/>
            </a:lvl1pPr>
          </a:lstStyle>
          <a:p>
            <a:pPr/>
            <a:r>
              <a:t>Title Text</a:t>
            </a:r>
          </a:p>
        </p:txBody>
      </p:sp>
      <p:sp>
        <p:nvSpPr>
          <p:cNvPr id="22" name="Body Level One…"/>
          <p:cNvSpPr txBox="1"/>
          <p:nvPr>
            <p:ph type="body" sz="quarter" idx="1"/>
          </p:nvPr>
        </p:nvSpPr>
        <p:spPr>
          <a:xfrm>
            <a:off x="2692398" y="3657596"/>
            <a:ext cx="6815670" cy="1320803"/>
          </a:xfrm>
          <a:prstGeom prst="rect">
            <a:avLst/>
          </a:prstGeom>
        </p:spPr>
        <p:txBody>
          <a:bodyPr/>
          <a:lstStyle>
            <a:lvl1pPr marL="0" indent="0" algn="ctr">
              <a:buClrTx/>
              <a:buSzTx/>
              <a:buFontTx/>
              <a:buNone/>
              <a:defRPr sz="2100">
                <a:solidFill>
                  <a:srgbClr val="000000"/>
                </a:solidFill>
              </a:defRPr>
            </a:lvl1pPr>
            <a:lvl2pPr marL="0" indent="457200" algn="ctr">
              <a:buClrTx/>
              <a:buSzTx/>
              <a:buFontTx/>
              <a:buNone/>
              <a:defRPr sz="2100">
                <a:solidFill>
                  <a:srgbClr val="000000"/>
                </a:solidFill>
              </a:defRPr>
            </a:lvl2pPr>
            <a:lvl3pPr marL="0" indent="914400" algn="ctr">
              <a:buClrTx/>
              <a:buSzTx/>
              <a:buFontTx/>
              <a:buNone/>
              <a:defRPr sz="2100">
                <a:solidFill>
                  <a:srgbClr val="000000"/>
                </a:solidFill>
              </a:defRPr>
            </a:lvl3pPr>
            <a:lvl4pPr marL="0" indent="1371600" algn="ctr">
              <a:buClrTx/>
              <a:buSzTx/>
              <a:buFontTx/>
              <a:buNone/>
              <a:defRPr sz="2100">
                <a:solidFill>
                  <a:srgbClr val="000000"/>
                </a:solidFill>
              </a:defRPr>
            </a:lvl4pPr>
            <a:lvl5pPr marL="0" indent="1828800" algn="ctr">
              <a:buClrTx/>
              <a:buSzTx/>
              <a:buFontTx/>
              <a:buNone/>
              <a:defRPr sz="2100">
                <a:solidFill>
                  <a:srgbClr val="000000"/>
                </a:solidFill>
              </a:defRPr>
            </a:lvl5pPr>
          </a:lstStyle>
          <a:p>
            <a:pPr/>
            <a:r>
              <a:t>Body Level One</a:t>
            </a:r>
          </a:p>
          <a:p>
            <a:pPr lvl="1"/>
            <a:r>
              <a:t>Body Level Two</a:t>
            </a:r>
          </a:p>
          <a:p>
            <a:pPr lvl="2"/>
            <a:r>
              <a:t>Body Level Three</a:t>
            </a:r>
          </a:p>
          <a:p>
            <a:pPr lvl="3"/>
            <a:r>
              <a:t>Body Level Four</a:t>
            </a:r>
          </a:p>
          <a:p>
            <a:pPr lvl="4"/>
            <a:r>
              <a:t>Body Level Five</a:t>
            </a:r>
          </a:p>
        </p:txBody>
      </p:sp>
      <p:sp>
        <p:nvSpPr>
          <p:cNvPr id="23" name="Straight Connector 14"/>
          <p:cNvSpPr/>
          <p:nvPr/>
        </p:nvSpPr>
        <p:spPr>
          <a:xfrm>
            <a:off x="2692399" y="3522131"/>
            <a:ext cx="6815668" cy="1"/>
          </a:xfrm>
          <a:prstGeom prst="line">
            <a:avLst/>
          </a:prstGeom>
          <a:ln w="15875">
            <a:solidFill>
              <a:schemeClr val="accent1"/>
            </a:solidFill>
          </a:ln>
        </p:spPr>
        <p:txBody>
          <a:bodyPr lIns="45719" rIns="45719"/>
          <a:lstStyle/>
          <a:p>
            <a:pPr/>
          </a:p>
        </p:txBody>
      </p:sp>
      <p:sp>
        <p:nvSpPr>
          <p:cNvPr id="24" name="Slide Number"/>
          <p:cNvSpPr txBox="1"/>
          <p:nvPr>
            <p:ph type="sldNum" sz="quarter" idx="2"/>
          </p:nvPr>
        </p:nvSpPr>
        <p:spPr>
          <a:xfrm>
            <a:off x="9284864" y="5055443"/>
            <a:ext cx="223203" cy="24384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31" name="Straight Connector 6"/>
          <p:cNvSpPr/>
          <p:nvPr/>
        </p:nvSpPr>
        <p:spPr>
          <a:xfrm>
            <a:off x="1396169" y="2421465"/>
            <a:ext cx="9407299" cy="1"/>
          </a:xfrm>
          <a:prstGeom prst="line">
            <a:avLst/>
          </a:prstGeom>
          <a:ln w="15875">
            <a:solidFill>
              <a:schemeClr val="accent1"/>
            </a:solidFill>
          </a:ln>
        </p:spPr>
        <p:txBody>
          <a:bodyPr lIns="45719" rIns="45719"/>
          <a:lstStyle/>
          <a:p>
            <a:pPr/>
          </a:p>
        </p:txBody>
      </p:sp>
      <p:sp>
        <p:nvSpPr>
          <p:cNvPr id="32" name="Title Text"/>
          <p:cNvSpPr txBox="1"/>
          <p:nvPr>
            <p:ph type="title"/>
          </p:nvPr>
        </p:nvSpPr>
        <p:spPr>
          <a:xfrm>
            <a:off x="1295402" y="982132"/>
            <a:ext cx="9601197" cy="1303868"/>
          </a:xfrm>
          <a:prstGeom prst="rect">
            <a:avLst/>
          </a:prstGeom>
        </p:spPr>
        <p:txBody>
          <a:bodyPr/>
          <a:lstStyle/>
          <a:p>
            <a:pPr/>
            <a:r>
              <a:t>Title Text</a:t>
            </a:r>
          </a:p>
        </p:txBody>
      </p:sp>
      <p:sp>
        <p:nvSpPr>
          <p:cNvPr id="33" name="Body Level One…"/>
          <p:cNvSpPr txBox="1"/>
          <p:nvPr>
            <p:ph type="body" sz="half" idx="1"/>
          </p:nvPr>
        </p:nvSpPr>
        <p:spPr>
          <a:xfrm>
            <a:off x="1295400" y="2556931"/>
            <a:ext cx="9601198" cy="3318938"/>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3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ection Header">
    <p:spTree>
      <p:nvGrpSpPr>
        <p:cNvPr id="1" name=""/>
        <p:cNvGrpSpPr/>
        <p:nvPr/>
      </p:nvGrpSpPr>
      <p:grpSpPr>
        <a:xfrm>
          <a:off x="0" y="0"/>
          <a:ext cx="0" cy="0"/>
          <a:chOff x="0" y="0"/>
          <a:chExt cx="0" cy="0"/>
        </a:xfrm>
      </p:grpSpPr>
      <p:grpSp>
        <p:nvGrpSpPr>
          <p:cNvPr id="45" name="Group 6"/>
          <p:cNvGrpSpPr/>
          <p:nvPr/>
        </p:nvGrpSpPr>
        <p:grpSpPr>
          <a:xfrm>
            <a:off x="-15737" y="0"/>
            <a:ext cx="12229964" cy="6856215"/>
            <a:chOff x="0" y="0"/>
            <a:chExt cx="12229962" cy="6856214"/>
          </a:xfrm>
        </p:grpSpPr>
        <p:pic>
          <p:nvPicPr>
            <p:cNvPr id="41" name="Picture 7" descr="Picture 7"/>
            <p:cNvPicPr>
              <a:picLocks noChangeAspect="1"/>
            </p:cNvPicPr>
            <p:nvPr/>
          </p:nvPicPr>
          <p:blipFill>
            <a:blip r:embed="rId2">
              <a:extLst/>
            </a:blip>
            <a:stretch>
              <a:fillRect/>
            </a:stretch>
          </p:blipFill>
          <p:spPr>
            <a:xfrm>
              <a:off x="15736" y="0"/>
              <a:ext cx="12188826" cy="6856215"/>
            </a:xfrm>
            <a:prstGeom prst="rect">
              <a:avLst/>
            </a:prstGeom>
            <a:ln w="12700" cap="flat">
              <a:noFill/>
              <a:miter lim="400000"/>
            </a:ln>
            <a:effectLst/>
          </p:spPr>
        </p:pic>
        <p:sp>
          <p:nvSpPr>
            <p:cNvPr id="42" name="Rectangle 8"/>
            <p:cNvSpPr/>
            <p:nvPr/>
          </p:nvSpPr>
          <p:spPr>
            <a:xfrm>
              <a:off x="623748" y="609600"/>
              <a:ext cx="10972801" cy="5638801"/>
            </a:xfrm>
            <a:prstGeom prst="rect">
              <a:avLst/>
            </a:prstGeom>
            <a:noFill/>
            <a:ln w="15875" cap="flat">
              <a:solidFill>
                <a:schemeClr val="accent1"/>
              </a:solidFill>
              <a:prstDash val="solid"/>
              <a:miter lim="800000"/>
            </a:ln>
            <a:effectLst/>
          </p:spPr>
          <p:txBody>
            <a:bodyPr wrap="square" lIns="45719" tIns="45719" rIns="45719" bIns="45719" numCol="1" anchor="t">
              <a:noAutofit/>
            </a:bodyPr>
            <a:lstStyle/>
            <a:p>
              <a:pPr>
                <a:defRPr>
                  <a:solidFill>
                    <a:srgbClr val="FFFFFF"/>
                  </a:solidFill>
                </a:defRPr>
              </a:pPr>
            </a:p>
          </p:txBody>
        </p:sp>
        <p:pic>
          <p:nvPicPr>
            <p:cNvPr id="43" name="Picture 9" descr="Picture 9"/>
            <p:cNvPicPr>
              <a:picLocks noChangeAspect="1"/>
            </p:cNvPicPr>
            <p:nvPr/>
          </p:nvPicPr>
          <p:blipFill>
            <a:blip r:embed="rId3">
              <a:extLst/>
            </a:blip>
            <a:stretch>
              <a:fillRect/>
            </a:stretch>
          </p:blipFill>
          <p:spPr>
            <a:xfrm>
              <a:off x="-1" y="3153832"/>
              <a:ext cx="777241" cy="606426"/>
            </a:xfrm>
            <a:prstGeom prst="rect">
              <a:avLst/>
            </a:prstGeom>
            <a:ln w="12700" cap="flat">
              <a:noFill/>
              <a:miter lim="400000"/>
            </a:ln>
            <a:effectLst/>
          </p:spPr>
        </p:pic>
        <p:pic>
          <p:nvPicPr>
            <p:cNvPr id="44" name="Picture 10" descr="Picture 10"/>
            <p:cNvPicPr>
              <a:picLocks noChangeAspect="1"/>
            </p:cNvPicPr>
            <p:nvPr/>
          </p:nvPicPr>
          <p:blipFill>
            <a:blip r:embed="rId3">
              <a:extLst/>
            </a:blip>
            <a:stretch>
              <a:fillRect/>
            </a:stretch>
          </p:blipFill>
          <p:spPr>
            <a:xfrm>
              <a:off x="11452722" y="3153832"/>
              <a:ext cx="777241" cy="606426"/>
            </a:xfrm>
            <a:prstGeom prst="rect">
              <a:avLst/>
            </a:prstGeom>
            <a:ln w="12700" cap="flat">
              <a:noFill/>
              <a:miter lim="400000"/>
            </a:ln>
            <a:effectLst/>
          </p:spPr>
        </p:pic>
      </p:grpSp>
      <p:sp>
        <p:nvSpPr>
          <p:cNvPr id="46" name="Title Text"/>
          <p:cNvSpPr txBox="1"/>
          <p:nvPr>
            <p:ph type="title"/>
          </p:nvPr>
        </p:nvSpPr>
        <p:spPr>
          <a:xfrm>
            <a:off x="2015069" y="1752606"/>
            <a:ext cx="8158689" cy="1822514"/>
          </a:xfrm>
          <a:prstGeom prst="rect">
            <a:avLst/>
          </a:prstGeom>
        </p:spPr>
        <p:txBody>
          <a:bodyPr anchor="b"/>
          <a:lstStyle/>
          <a:p>
            <a:pPr/>
            <a:r>
              <a:t>Title Text</a:t>
            </a:r>
          </a:p>
        </p:txBody>
      </p:sp>
      <p:sp>
        <p:nvSpPr>
          <p:cNvPr id="47" name="Body Level One…"/>
          <p:cNvSpPr txBox="1"/>
          <p:nvPr>
            <p:ph type="body" sz="quarter" idx="1"/>
          </p:nvPr>
        </p:nvSpPr>
        <p:spPr>
          <a:xfrm>
            <a:off x="2015066" y="3846050"/>
            <a:ext cx="8158692" cy="954548"/>
          </a:xfrm>
          <a:prstGeom prst="rect">
            <a:avLst/>
          </a:prstGeom>
        </p:spPr>
        <p:txBody>
          <a:bodyPr/>
          <a:lstStyle>
            <a:lvl1pPr marL="0" indent="0" algn="ctr">
              <a:buClrTx/>
              <a:buSzTx/>
              <a:buFontTx/>
              <a:buNone/>
              <a:defRPr>
                <a:solidFill>
                  <a:srgbClr val="000000"/>
                </a:solidFill>
              </a:defRPr>
            </a:lvl1pPr>
            <a:lvl2pPr marL="0" indent="457200" algn="ctr">
              <a:buClrTx/>
              <a:buSzTx/>
              <a:buFontTx/>
              <a:buNone/>
              <a:defRPr>
                <a:solidFill>
                  <a:srgbClr val="000000"/>
                </a:solidFill>
              </a:defRPr>
            </a:lvl2pPr>
            <a:lvl3pPr marL="0" indent="914400" algn="ctr">
              <a:buClrTx/>
              <a:buSzTx/>
              <a:buFontTx/>
              <a:buNone/>
              <a:defRPr>
                <a:solidFill>
                  <a:srgbClr val="000000"/>
                </a:solidFill>
              </a:defRPr>
            </a:lvl3pPr>
            <a:lvl4pPr marL="0" indent="1371600" algn="ctr">
              <a:buClrTx/>
              <a:buSzTx/>
              <a:buFontTx/>
              <a:buNone/>
              <a:defRPr>
                <a:solidFill>
                  <a:srgbClr val="000000"/>
                </a:solidFill>
              </a:defRPr>
            </a:lvl4pPr>
            <a:lvl5pPr marL="0" indent="1828800" algn="ctr">
              <a:buClrTx/>
              <a:buSzTx/>
              <a:buFontTx/>
              <a:buNone/>
              <a:defRPr>
                <a:solidFill>
                  <a:srgbClr val="000000"/>
                </a:solidFill>
              </a:defRPr>
            </a:lvl5pPr>
          </a:lstStyle>
          <a:p>
            <a:pPr/>
            <a:r>
              <a:t>Body Level One</a:t>
            </a:r>
          </a:p>
          <a:p>
            <a:pPr lvl="1"/>
            <a:r>
              <a:t>Body Level Two</a:t>
            </a:r>
          </a:p>
          <a:p>
            <a:pPr lvl="2"/>
            <a:r>
              <a:t>Body Level Three</a:t>
            </a:r>
          </a:p>
          <a:p>
            <a:pPr lvl="3"/>
            <a:r>
              <a:t>Body Level Four</a:t>
            </a:r>
          </a:p>
          <a:p>
            <a:pPr lvl="4"/>
            <a:r>
              <a:t>Body Level Five</a:t>
            </a:r>
          </a:p>
        </p:txBody>
      </p:sp>
      <p:sp>
        <p:nvSpPr>
          <p:cNvPr id="48" name="Straight Connector 15"/>
          <p:cNvSpPr/>
          <p:nvPr/>
        </p:nvSpPr>
        <p:spPr>
          <a:xfrm>
            <a:off x="2012723" y="3710585"/>
            <a:ext cx="8163381" cy="1"/>
          </a:xfrm>
          <a:prstGeom prst="line">
            <a:avLst/>
          </a:prstGeom>
          <a:ln w="15875">
            <a:solidFill>
              <a:schemeClr val="accent1"/>
            </a:solidFill>
          </a:ln>
        </p:spPr>
        <p:txBody>
          <a:bodyPr lIns="45719" rIns="45719"/>
          <a:lstStyle/>
          <a:p>
            <a:pPr/>
          </a:p>
        </p:txBody>
      </p:sp>
      <p:sp>
        <p:nvSpPr>
          <p:cNvPr id="4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 Content">
    <p:spTree>
      <p:nvGrpSpPr>
        <p:cNvPr id="1" name=""/>
        <p:cNvGrpSpPr/>
        <p:nvPr/>
      </p:nvGrpSpPr>
      <p:grpSpPr>
        <a:xfrm>
          <a:off x="0" y="0"/>
          <a:ext cx="0" cy="0"/>
          <a:chOff x="0" y="0"/>
          <a:chExt cx="0" cy="0"/>
        </a:xfrm>
      </p:grpSpPr>
      <p:grpSp>
        <p:nvGrpSpPr>
          <p:cNvPr id="60" name="Group 6"/>
          <p:cNvGrpSpPr/>
          <p:nvPr/>
        </p:nvGrpSpPr>
        <p:grpSpPr>
          <a:xfrm>
            <a:off x="-15737" y="0"/>
            <a:ext cx="12229964" cy="6856215"/>
            <a:chOff x="0" y="0"/>
            <a:chExt cx="12229962" cy="6856214"/>
          </a:xfrm>
        </p:grpSpPr>
        <p:pic>
          <p:nvPicPr>
            <p:cNvPr id="56" name="Picture 7" descr="Picture 7"/>
            <p:cNvPicPr>
              <a:picLocks noChangeAspect="1"/>
            </p:cNvPicPr>
            <p:nvPr/>
          </p:nvPicPr>
          <p:blipFill>
            <a:blip r:embed="rId2">
              <a:extLst/>
            </a:blip>
            <a:stretch>
              <a:fillRect/>
            </a:stretch>
          </p:blipFill>
          <p:spPr>
            <a:xfrm>
              <a:off x="15736" y="0"/>
              <a:ext cx="12188826" cy="6856215"/>
            </a:xfrm>
            <a:prstGeom prst="rect">
              <a:avLst/>
            </a:prstGeom>
            <a:ln w="12700" cap="flat">
              <a:noFill/>
              <a:miter lim="400000"/>
            </a:ln>
            <a:effectLst/>
          </p:spPr>
        </p:pic>
        <p:sp>
          <p:nvSpPr>
            <p:cNvPr id="57" name="Rectangle 8"/>
            <p:cNvSpPr/>
            <p:nvPr/>
          </p:nvSpPr>
          <p:spPr>
            <a:xfrm>
              <a:off x="623748" y="609600"/>
              <a:ext cx="10972801" cy="5638801"/>
            </a:xfrm>
            <a:prstGeom prst="rect">
              <a:avLst/>
            </a:prstGeom>
            <a:noFill/>
            <a:ln w="15875" cap="flat">
              <a:solidFill>
                <a:schemeClr val="accent1"/>
              </a:solidFill>
              <a:prstDash val="solid"/>
              <a:miter lim="800000"/>
            </a:ln>
            <a:effectLst/>
          </p:spPr>
          <p:txBody>
            <a:bodyPr wrap="square" lIns="45719" tIns="45719" rIns="45719" bIns="45719" numCol="1" anchor="t">
              <a:noAutofit/>
            </a:bodyPr>
            <a:lstStyle/>
            <a:p>
              <a:pPr>
                <a:defRPr>
                  <a:solidFill>
                    <a:srgbClr val="FFFFFF"/>
                  </a:solidFill>
                </a:defRPr>
              </a:pPr>
            </a:p>
          </p:txBody>
        </p:sp>
        <p:pic>
          <p:nvPicPr>
            <p:cNvPr id="58" name="Picture 9" descr="Picture 9"/>
            <p:cNvPicPr>
              <a:picLocks noChangeAspect="1"/>
            </p:cNvPicPr>
            <p:nvPr/>
          </p:nvPicPr>
          <p:blipFill>
            <a:blip r:embed="rId3">
              <a:extLst/>
            </a:blip>
            <a:stretch>
              <a:fillRect/>
            </a:stretch>
          </p:blipFill>
          <p:spPr>
            <a:xfrm>
              <a:off x="-1" y="3153832"/>
              <a:ext cx="777241" cy="606426"/>
            </a:xfrm>
            <a:prstGeom prst="rect">
              <a:avLst/>
            </a:prstGeom>
            <a:ln w="12700" cap="flat">
              <a:noFill/>
              <a:miter lim="400000"/>
            </a:ln>
            <a:effectLst/>
          </p:spPr>
        </p:pic>
        <p:pic>
          <p:nvPicPr>
            <p:cNvPr id="59" name="Picture 10" descr="Picture 10"/>
            <p:cNvPicPr>
              <a:picLocks noChangeAspect="1"/>
            </p:cNvPicPr>
            <p:nvPr/>
          </p:nvPicPr>
          <p:blipFill>
            <a:blip r:embed="rId3">
              <a:extLst/>
            </a:blip>
            <a:stretch>
              <a:fillRect/>
            </a:stretch>
          </p:blipFill>
          <p:spPr>
            <a:xfrm>
              <a:off x="11452722" y="3153832"/>
              <a:ext cx="777241" cy="606426"/>
            </a:xfrm>
            <a:prstGeom prst="rect">
              <a:avLst/>
            </a:prstGeom>
            <a:ln w="12700" cap="flat">
              <a:noFill/>
              <a:miter lim="400000"/>
            </a:ln>
            <a:effectLst/>
          </p:spPr>
        </p:pic>
      </p:grpSp>
      <p:sp>
        <p:nvSpPr>
          <p:cNvPr id="61" name="Straight Connector 7"/>
          <p:cNvSpPr/>
          <p:nvPr/>
        </p:nvSpPr>
        <p:spPr>
          <a:xfrm>
            <a:off x="1396169" y="2421465"/>
            <a:ext cx="9407299" cy="1"/>
          </a:xfrm>
          <a:prstGeom prst="line">
            <a:avLst/>
          </a:prstGeom>
          <a:ln w="15875">
            <a:solidFill>
              <a:schemeClr val="accent1"/>
            </a:solidFill>
          </a:ln>
        </p:spPr>
        <p:txBody>
          <a:bodyPr lIns="45719" rIns="45719"/>
          <a:lstStyle/>
          <a:p>
            <a:pPr/>
          </a:p>
        </p:txBody>
      </p:sp>
      <p:sp>
        <p:nvSpPr>
          <p:cNvPr id="62" name="Title Text"/>
          <p:cNvSpPr txBox="1"/>
          <p:nvPr>
            <p:ph type="title"/>
          </p:nvPr>
        </p:nvSpPr>
        <p:spPr>
          <a:xfrm>
            <a:off x="1295402" y="982132"/>
            <a:ext cx="9601197" cy="1303868"/>
          </a:xfrm>
          <a:prstGeom prst="rect">
            <a:avLst/>
          </a:prstGeom>
        </p:spPr>
        <p:txBody>
          <a:bodyPr/>
          <a:lstStyle/>
          <a:p>
            <a:pPr/>
            <a:r>
              <a:t>Title Text</a:t>
            </a:r>
          </a:p>
        </p:txBody>
      </p:sp>
      <p:sp>
        <p:nvSpPr>
          <p:cNvPr id="63" name="Body Level One…"/>
          <p:cNvSpPr txBox="1"/>
          <p:nvPr>
            <p:ph type="body" sz="quarter" idx="1"/>
          </p:nvPr>
        </p:nvSpPr>
        <p:spPr>
          <a:xfrm>
            <a:off x="1298447" y="2560320"/>
            <a:ext cx="4718305" cy="3310129"/>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omparison">
    <p:spTree>
      <p:nvGrpSpPr>
        <p:cNvPr id="1" name=""/>
        <p:cNvGrpSpPr/>
        <p:nvPr/>
      </p:nvGrpSpPr>
      <p:grpSpPr>
        <a:xfrm>
          <a:off x="0" y="0"/>
          <a:ext cx="0" cy="0"/>
          <a:chOff x="0" y="0"/>
          <a:chExt cx="0" cy="0"/>
        </a:xfrm>
      </p:grpSpPr>
      <p:grpSp>
        <p:nvGrpSpPr>
          <p:cNvPr id="75" name="Group 6"/>
          <p:cNvGrpSpPr/>
          <p:nvPr/>
        </p:nvGrpSpPr>
        <p:grpSpPr>
          <a:xfrm>
            <a:off x="-15737" y="0"/>
            <a:ext cx="12229964" cy="6856215"/>
            <a:chOff x="0" y="0"/>
            <a:chExt cx="12229962" cy="6856214"/>
          </a:xfrm>
        </p:grpSpPr>
        <p:pic>
          <p:nvPicPr>
            <p:cNvPr id="71" name="Picture 7" descr="Picture 7"/>
            <p:cNvPicPr>
              <a:picLocks noChangeAspect="1"/>
            </p:cNvPicPr>
            <p:nvPr/>
          </p:nvPicPr>
          <p:blipFill>
            <a:blip r:embed="rId2">
              <a:extLst/>
            </a:blip>
            <a:stretch>
              <a:fillRect/>
            </a:stretch>
          </p:blipFill>
          <p:spPr>
            <a:xfrm>
              <a:off x="15736" y="0"/>
              <a:ext cx="12188826" cy="6856215"/>
            </a:xfrm>
            <a:prstGeom prst="rect">
              <a:avLst/>
            </a:prstGeom>
            <a:ln w="12700" cap="flat">
              <a:noFill/>
              <a:miter lim="400000"/>
            </a:ln>
            <a:effectLst/>
          </p:spPr>
        </p:pic>
        <p:sp>
          <p:nvSpPr>
            <p:cNvPr id="72" name="Rectangle 8"/>
            <p:cNvSpPr/>
            <p:nvPr/>
          </p:nvSpPr>
          <p:spPr>
            <a:xfrm>
              <a:off x="623748" y="609600"/>
              <a:ext cx="10972801" cy="5638801"/>
            </a:xfrm>
            <a:prstGeom prst="rect">
              <a:avLst/>
            </a:prstGeom>
            <a:noFill/>
            <a:ln w="15875" cap="flat">
              <a:solidFill>
                <a:schemeClr val="accent1"/>
              </a:solidFill>
              <a:prstDash val="solid"/>
              <a:miter lim="800000"/>
            </a:ln>
            <a:effectLst/>
          </p:spPr>
          <p:txBody>
            <a:bodyPr wrap="square" lIns="45719" tIns="45719" rIns="45719" bIns="45719" numCol="1" anchor="t">
              <a:noAutofit/>
            </a:bodyPr>
            <a:lstStyle/>
            <a:p>
              <a:pPr>
                <a:defRPr>
                  <a:solidFill>
                    <a:srgbClr val="FFFFFF"/>
                  </a:solidFill>
                </a:defRPr>
              </a:pPr>
            </a:p>
          </p:txBody>
        </p:sp>
        <p:pic>
          <p:nvPicPr>
            <p:cNvPr id="73" name="Picture 9" descr="Picture 9"/>
            <p:cNvPicPr>
              <a:picLocks noChangeAspect="1"/>
            </p:cNvPicPr>
            <p:nvPr/>
          </p:nvPicPr>
          <p:blipFill>
            <a:blip r:embed="rId3">
              <a:extLst/>
            </a:blip>
            <a:stretch>
              <a:fillRect/>
            </a:stretch>
          </p:blipFill>
          <p:spPr>
            <a:xfrm>
              <a:off x="-1" y="3153832"/>
              <a:ext cx="777241" cy="606426"/>
            </a:xfrm>
            <a:prstGeom prst="rect">
              <a:avLst/>
            </a:prstGeom>
            <a:ln w="12700" cap="flat">
              <a:noFill/>
              <a:miter lim="400000"/>
            </a:ln>
            <a:effectLst/>
          </p:spPr>
        </p:pic>
        <p:pic>
          <p:nvPicPr>
            <p:cNvPr id="74" name="Picture 10" descr="Picture 10"/>
            <p:cNvPicPr>
              <a:picLocks noChangeAspect="1"/>
            </p:cNvPicPr>
            <p:nvPr/>
          </p:nvPicPr>
          <p:blipFill>
            <a:blip r:embed="rId3">
              <a:extLst/>
            </a:blip>
            <a:stretch>
              <a:fillRect/>
            </a:stretch>
          </p:blipFill>
          <p:spPr>
            <a:xfrm>
              <a:off x="11452722" y="3153832"/>
              <a:ext cx="777241" cy="606426"/>
            </a:xfrm>
            <a:prstGeom prst="rect">
              <a:avLst/>
            </a:prstGeom>
            <a:ln w="12700" cap="flat">
              <a:noFill/>
              <a:miter lim="400000"/>
            </a:ln>
            <a:effectLst/>
          </p:spPr>
        </p:pic>
      </p:grpSp>
      <p:sp>
        <p:nvSpPr>
          <p:cNvPr id="76" name="Title Text"/>
          <p:cNvSpPr txBox="1"/>
          <p:nvPr>
            <p:ph type="title"/>
          </p:nvPr>
        </p:nvSpPr>
        <p:spPr>
          <a:xfrm>
            <a:off x="1295402" y="982132"/>
            <a:ext cx="9601197" cy="1303868"/>
          </a:xfrm>
          <a:prstGeom prst="rect">
            <a:avLst/>
          </a:prstGeom>
        </p:spPr>
        <p:txBody>
          <a:bodyPr/>
          <a:lstStyle/>
          <a:p>
            <a:pPr/>
            <a:r>
              <a:t>Title Text</a:t>
            </a:r>
          </a:p>
        </p:txBody>
      </p:sp>
      <p:sp>
        <p:nvSpPr>
          <p:cNvPr id="77" name="Body Level One…"/>
          <p:cNvSpPr txBox="1"/>
          <p:nvPr>
            <p:ph type="body" sz="quarter" idx="1"/>
          </p:nvPr>
        </p:nvSpPr>
        <p:spPr>
          <a:xfrm>
            <a:off x="1295400" y="2658533"/>
            <a:ext cx="4718304" cy="576263"/>
          </a:xfrm>
          <a:prstGeom prst="rect">
            <a:avLst/>
          </a:prstGeom>
        </p:spPr>
        <p:txBody>
          <a:bodyPr anchor="b"/>
          <a:lstStyle>
            <a:lvl1pPr marL="0" indent="0">
              <a:buClrTx/>
              <a:buSzTx/>
              <a:buFontTx/>
              <a:buNone/>
              <a:defRPr sz="2800">
                <a:solidFill>
                  <a:schemeClr val="accent1"/>
                </a:solidFill>
              </a:defRPr>
            </a:lvl1pPr>
            <a:lvl2pPr marL="0" indent="457200">
              <a:buClrTx/>
              <a:buSzTx/>
              <a:buFontTx/>
              <a:buNone/>
              <a:defRPr sz="2800">
                <a:solidFill>
                  <a:schemeClr val="accent1"/>
                </a:solidFill>
              </a:defRPr>
            </a:lvl2pPr>
            <a:lvl3pPr marL="0" indent="914400">
              <a:buClrTx/>
              <a:buSzTx/>
              <a:buFontTx/>
              <a:buNone/>
              <a:defRPr sz="2800">
                <a:solidFill>
                  <a:schemeClr val="accent1"/>
                </a:solidFill>
              </a:defRPr>
            </a:lvl3pPr>
            <a:lvl4pPr marL="0" indent="1371600">
              <a:buClrTx/>
              <a:buSzTx/>
              <a:buFontTx/>
              <a:buNone/>
              <a:defRPr sz="2800">
                <a:solidFill>
                  <a:schemeClr val="accent1"/>
                </a:solidFill>
              </a:defRPr>
            </a:lvl4pPr>
            <a:lvl5pPr marL="0" indent="1828800">
              <a:buClrTx/>
              <a:buSzTx/>
              <a:buFontTx/>
              <a:buNone/>
              <a:defRPr sz="2800">
                <a:solidFill>
                  <a:schemeClr val="accent1"/>
                </a:solidFill>
              </a:defRPr>
            </a:lvl5pPr>
          </a:lstStyle>
          <a:p>
            <a:pPr/>
            <a:r>
              <a:t>Body Level One</a:t>
            </a:r>
          </a:p>
          <a:p>
            <a:pPr lvl="1"/>
            <a:r>
              <a:t>Body Level Two</a:t>
            </a:r>
          </a:p>
          <a:p>
            <a:pPr lvl="2"/>
            <a:r>
              <a:t>Body Level Three</a:t>
            </a:r>
          </a:p>
          <a:p>
            <a:pPr lvl="3"/>
            <a:r>
              <a:t>Body Level Four</a:t>
            </a:r>
          </a:p>
          <a:p>
            <a:pPr lvl="4"/>
            <a:r>
              <a:t>Body Level Five</a:t>
            </a:r>
          </a:p>
        </p:txBody>
      </p:sp>
      <p:sp>
        <p:nvSpPr>
          <p:cNvPr id="78" name="Text Placeholder 4"/>
          <p:cNvSpPr/>
          <p:nvPr>
            <p:ph type="body" sz="quarter" idx="21"/>
          </p:nvPr>
        </p:nvSpPr>
        <p:spPr>
          <a:xfrm>
            <a:off x="6180669" y="2658533"/>
            <a:ext cx="4718306" cy="576263"/>
          </a:xfrm>
          <a:prstGeom prst="rect">
            <a:avLst/>
          </a:prstGeom>
        </p:spPr>
        <p:txBody>
          <a:bodyPr anchor="b"/>
          <a:lstStyle/>
          <a:p>
            <a:pPr marL="0" indent="0">
              <a:buClrTx/>
              <a:buSzTx/>
              <a:buFontTx/>
              <a:buNone/>
              <a:defRPr sz="2800">
                <a:solidFill>
                  <a:schemeClr val="accent1"/>
                </a:solidFill>
              </a:defRPr>
            </a:pPr>
          </a:p>
        </p:txBody>
      </p:sp>
      <p:sp>
        <p:nvSpPr>
          <p:cNvPr id="79" name="Straight Connector 17"/>
          <p:cNvSpPr/>
          <p:nvPr/>
        </p:nvSpPr>
        <p:spPr>
          <a:xfrm>
            <a:off x="1396169" y="2421465"/>
            <a:ext cx="9407299" cy="1"/>
          </a:xfrm>
          <a:prstGeom prst="line">
            <a:avLst/>
          </a:prstGeom>
          <a:ln w="15875">
            <a:solidFill>
              <a:schemeClr val="accent1"/>
            </a:solidFill>
          </a:ln>
        </p:spPr>
        <p:txBody>
          <a:bodyPr lIns="45719" rIns="45719"/>
          <a:lstStyle/>
          <a:p>
            <a:pPr/>
          </a:p>
        </p:txBody>
      </p:sp>
      <p:sp>
        <p:nvSpPr>
          <p:cNvPr id="8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87" name="Title Text"/>
          <p:cNvSpPr txBox="1"/>
          <p:nvPr>
            <p:ph type="title"/>
          </p:nvPr>
        </p:nvSpPr>
        <p:spPr>
          <a:xfrm>
            <a:off x="1295402" y="982132"/>
            <a:ext cx="9601197" cy="1303868"/>
          </a:xfrm>
          <a:prstGeom prst="rect">
            <a:avLst/>
          </a:prstGeom>
        </p:spPr>
        <p:txBody>
          <a:bodyPr/>
          <a:lstStyle/>
          <a:p>
            <a:pPr/>
            <a:r>
              <a:t>Title Text</a:t>
            </a:r>
          </a:p>
        </p:txBody>
      </p:sp>
      <p:sp>
        <p:nvSpPr>
          <p:cNvPr id="88" name="Straight Connector 13"/>
          <p:cNvSpPr/>
          <p:nvPr/>
        </p:nvSpPr>
        <p:spPr>
          <a:xfrm>
            <a:off x="1396169" y="2421465"/>
            <a:ext cx="9407299" cy="1"/>
          </a:xfrm>
          <a:prstGeom prst="line">
            <a:avLst/>
          </a:prstGeom>
          <a:ln w="15875">
            <a:solidFill>
              <a:schemeClr val="accent1"/>
            </a:solidFill>
          </a:ln>
        </p:spPr>
        <p:txBody>
          <a:bodyPr lIns="45719" rIns="45719"/>
          <a:lstStyle/>
          <a:p>
            <a:pPr/>
          </a:p>
        </p:txBody>
      </p:sp>
      <p:sp>
        <p:nvSpPr>
          <p:cNvPr id="8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9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ontent with Caption">
    <p:spTree>
      <p:nvGrpSpPr>
        <p:cNvPr id="1" name=""/>
        <p:cNvGrpSpPr/>
        <p:nvPr/>
      </p:nvGrpSpPr>
      <p:grpSpPr>
        <a:xfrm>
          <a:off x="0" y="0"/>
          <a:ext cx="0" cy="0"/>
          <a:chOff x="0" y="0"/>
          <a:chExt cx="0" cy="0"/>
        </a:xfrm>
      </p:grpSpPr>
      <p:grpSp>
        <p:nvGrpSpPr>
          <p:cNvPr id="107" name="Group 6"/>
          <p:cNvGrpSpPr/>
          <p:nvPr/>
        </p:nvGrpSpPr>
        <p:grpSpPr>
          <a:xfrm>
            <a:off x="-15737" y="0"/>
            <a:ext cx="12229964" cy="6856215"/>
            <a:chOff x="0" y="0"/>
            <a:chExt cx="12229962" cy="6856214"/>
          </a:xfrm>
        </p:grpSpPr>
        <p:pic>
          <p:nvPicPr>
            <p:cNvPr id="103" name="Picture 7" descr="Picture 7"/>
            <p:cNvPicPr>
              <a:picLocks noChangeAspect="1"/>
            </p:cNvPicPr>
            <p:nvPr/>
          </p:nvPicPr>
          <p:blipFill>
            <a:blip r:embed="rId2">
              <a:extLst/>
            </a:blip>
            <a:stretch>
              <a:fillRect/>
            </a:stretch>
          </p:blipFill>
          <p:spPr>
            <a:xfrm>
              <a:off x="15736" y="0"/>
              <a:ext cx="12188826" cy="6856215"/>
            </a:xfrm>
            <a:prstGeom prst="rect">
              <a:avLst/>
            </a:prstGeom>
            <a:ln w="12700" cap="flat">
              <a:noFill/>
              <a:miter lim="400000"/>
            </a:ln>
            <a:effectLst/>
          </p:spPr>
        </p:pic>
        <p:sp>
          <p:nvSpPr>
            <p:cNvPr id="104" name="Rectangle 8"/>
            <p:cNvSpPr/>
            <p:nvPr/>
          </p:nvSpPr>
          <p:spPr>
            <a:xfrm>
              <a:off x="623748" y="609600"/>
              <a:ext cx="10972801" cy="5638801"/>
            </a:xfrm>
            <a:prstGeom prst="rect">
              <a:avLst/>
            </a:prstGeom>
            <a:noFill/>
            <a:ln w="15875" cap="flat">
              <a:solidFill>
                <a:schemeClr val="accent1"/>
              </a:solidFill>
              <a:prstDash val="solid"/>
              <a:miter lim="800000"/>
            </a:ln>
            <a:effectLst/>
          </p:spPr>
          <p:txBody>
            <a:bodyPr wrap="square" lIns="45719" tIns="45719" rIns="45719" bIns="45719" numCol="1" anchor="t">
              <a:noAutofit/>
            </a:bodyPr>
            <a:lstStyle/>
            <a:p>
              <a:pPr>
                <a:defRPr>
                  <a:solidFill>
                    <a:srgbClr val="FFFFFF"/>
                  </a:solidFill>
                </a:defRPr>
              </a:pPr>
            </a:p>
          </p:txBody>
        </p:sp>
        <p:pic>
          <p:nvPicPr>
            <p:cNvPr id="105" name="Picture 9" descr="Picture 9"/>
            <p:cNvPicPr>
              <a:picLocks noChangeAspect="1"/>
            </p:cNvPicPr>
            <p:nvPr/>
          </p:nvPicPr>
          <p:blipFill>
            <a:blip r:embed="rId3">
              <a:extLst/>
            </a:blip>
            <a:stretch>
              <a:fillRect/>
            </a:stretch>
          </p:blipFill>
          <p:spPr>
            <a:xfrm>
              <a:off x="-1" y="3153832"/>
              <a:ext cx="777241" cy="606426"/>
            </a:xfrm>
            <a:prstGeom prst="rect">
              <a:avLst/>
            </a:prstGeom>
            <a:ln w="12700" cap="flat">
              <a:noFill/>
              <a:miter lim="400000"/>
            </a:ln>
            <a:effectLst/>
          </p:spPr>
        </p:pic>
        <p:pic>
          <p:nvPicPr>
            <p:cNvPr id="106" name="Picture 10" descr="Picture 10"/>
            <p:cNvPicPr>
              <a:picLocks noChangeAspect="1"/>
            </p:cNvPicPr>
            <p:nvPr/>
          </p:nvPicPr>
          <p:blipFill>
            <a:blip r:embed="rId3">
              <a:extLst/>
            </a:blip>
            <a:stretch>
              <a:fillRect/>
            </a:stretch>
          </p:blipFill>
          <p:spPr>
            <a:xfrm>
              <a:off x="11452722" y="3153832"/>
              <a:ext cx="777241" cy="606426"/>
            </a:xfrm>
            <a:prstGeom prst="rect">
              <a:avLst/>
            </a:prstGeom>
            <a:ln w="12700" cap="flat">
              <a:noFill/>
              <a:miter lim="400000"/>
            </a:ln>
            <a:effectLst/>
          </p:spPr>
        </p:pic>
      </p:grpSp>
      <p:sp>
        <p:nvSpPr>
          <p:cNvPr id="108" name="Title Text"/>
          <p:cNvSpPr txBox="1"/>
          <p:nvPr>
            <p:ph type="title"/>
          </p:nvPr>
        </p:nvSpPr>
        <p:spPr>
          <a:xfrm>
            <a:off x="1293811" y="1388534"/>
            <a:ext cx="3718455" cy="1371601"/>
          </a:xfrm>
          <a:prstGeom prst="rect">
            <a:avLst/>
          </a:prstGeom>
        </p:spPr>
        <p:txBody>
          <a:bodyPr anchor="b"/>
          <a:lstStyle>
            <a:lvl1pPr>
              <a:defRPr sz="2400"/>
            </a:lvl1pPr>
          </a:lstStyle>
          <a:p>
            <a:pPr/>
            <a:r>
              <a:t>Title Text</a:t>
            </a:r>
          </a:p>
        </p:txBody>
      </p:sp>
      <p:sp>
        <p:nvSpPr>
          <p:cNvPr id="109" name="Body Level One…"/>
          <p:cNvSpPr txBox="1"/>
          <p:nvPr>
            <p:ph type="body" sz="half" idx="1"/>
          </p:nvPr>
        </p:nvSpPr>
        <p:spPr>
          <a:xfrm>
            <a:off x="5418668" y="982131"/>
            <a:ext cx="5469467" cy="4893736"/>
          </a:xfrm>
          <a:prstGeom prst="rect">
            <a:avLst/>
          </a:prstGeom>
        </p:spPr>
        <p:txBody>
          <a:bodyPr anchor="ctr"/>
          <a:lstStyle/>
          <a:p>
            <a:pPr/>
            <a:r>
              <a:t>Body Level One</a:t>
            </a:r>
          </a:p>
          <a:p>
            <a:pPr lvl="1"/>
            <a:r>
              <a:t>Body Level Two</a:t>
            </a:r>
          </a:p>
          <a:p>
            <a:pPr lvl="2"/>
            <a:r>
              <a:t>Body Level Three</a:t>
            </a:r>
          </a:p>
          <a:p>
            <a:pPr lvl="3"/>
            <a:r>
              <a:t>Body Level Four</a:t>
            </a:r>
          </a:p>
          <a:p>
            <a:pPr lvl="4"/>
            <a:r>
              <a:t>Body Level Five</a:t>
            </a:r>
          </a:p>
        </p:txBody>
      </p:sp>
      <p:sp>
        <p:nvSpPr>
          <p:cNvPr id="110" name="Text Placeholder 3"/>
          <p:cNvSpPr/>
          <p:nvPr>
            <p:ph type="body" sz="quarter" idx="21"/>
          </p:nvPr>
        </p:nvSpPr>
        <p:spPr>
          <a:xfrm>
            <a:off x="1293811" y="3031064"/>
            <a:ext cx="3718455" cy="2438406"/>
          </a:xfrm>
          <a:prstGeom prst="rect">
            <a:avLst/>
          </a:prstGeom>
        </p:spPr>
        <p:txBody>
          <a:bodyPr/>
          <a:lstStyle/>
          <a:p>
            <a:pPr marL="0" indent="0" algn="ctr">
              <a:buClrTx/>
              <a:buSzTx/>
              <a:buFontTx/>
              <a:buNone/>
              <a:defRPr sz="1600"/>
            </a:pPr>
          </a:p>
        </p:txBody>
      </p:sp>
      <p:sp>
        <p:nvSpPr>
          <p:cNvPr id="111" name="Straight Connector 15"/>
          <p:cNvSpPr/>
          <p:nvPr/>
        </p:nvSpPr>
        <p:spPr>
          <a:xfrm>
            <a:off x="1396169" y="2912533"/>
            <a:ext cx="3514498" cy="1"/>
          </a:xfrm>
          <a:prstGeom prst="line">
            <a:avLst/>
          </a:prstGeom>
          <a:ln w="15875">
            <a:solidFill>
              <a:schemeClr val="accent1"/>
            </a:solidFill>
          </a:ln>
        </p:spPr>
        <p:txBody>
          <a:bodyPr lIns="45719" rIns="45719"/>
          <a:lstStyle/>
          <a:p>
            <a:pPr/>
          </a:p>
        </p:txBody>
      </p:sp>
      <p:sp>
        <p:nvSpPr>
          <p:cNvPr id="11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Picture with Caption">
    <p:spTree>
      <p:nvGrpSpPr>
        <p:cNvPr id="1" name=""/>
        <p:cNvGrpSpPr/>
        <p:nvPr/>
      </p:nvGrpSpPr>
      <p:grpSpPr>
        <a:xfrm>
          <a:off x="0" y="0"/>
          <a:ext cx="0" cy="0"/>
          <a:chOff x="0" y="0"/>
          <a:chExt cx="0" cy="0"/>
        </a:xfrm>
      </p:grpSpPr>
      <p:grpSp>
        <p:nvGrpSpPr>
          <p:cNvPr id="123" name="Group 6"/>
          <p:cNvGrpSpPr/>
          <p:nvPr/>
        </p:nvGrpSpPr>
        <p:grpSpPr>
          <a:xfrm>
            <a:off x="-15737" y="0"/>
            <a:ext cx="12229964" cy="6856215"/>
            <a:chOff x="0" y="0"/>
            <a:chExt cx="12229962" cy="6856214"/>
          </a:xfrm>
        </p:grpSpPr>
        <p:pic>
          <p:nvPicPr>
            <p:cNvPr id="119" name="Picture 7" descr="Picture 7"/>
            <p:cNvPicPr>
              <a:picLocks noChangeAspect="1"/>
            </p:cNvPicPr>
            <p:nvPr/>
          </p:nvPicPr>
          <p:blipFill>
            <a:blip r:embed="rId2">
              <a:extLst/>
            </a:blip>
            <a:stretch>
              <a:fillRect/>
            </a:stretch>
          </p:blipFill>
          <p:spPr>
            <a:xfrm>
              <a:off x="15736" y="0"/>
              <a:ext cx="12188826" cy="6856215"/>
            </a:xfrm>
            <a:prstGeom prst="rect">
              <a:avLst/>
            </a:prstGeom>
            <a:ln w="12700" cap="flat">
              <a:noFill/>
              <a:miter lim="400000"/>
            </a:ln>
            <a:effectLst/>
          </p:spPr>
        </p:pic>
        <p:sp>
          <p:nvSpPr>
            <p:cNvPr id="120" name="Rectangle 8"/>
            <p:cNvSpPr/>
            <p:nvPr/>
          </p:nvSpPr>
          <p:spPr>
            <a:xfrm>
              <a:off x="623748" y="609600"/>
              <a:ext cx="10972801" cy="5638801"/>
            </a:xfrm>
            <a:prstGeom prst="rect">
              <a:avLst/>
            </a:prstGeom>
            <a:noFill/>
            <a:ln w="15875" cap="flat">
              <a:solidFill>
                <a:schemeClr val="accent1"/>
              </a:solidFill>
              <a:prstDash val="solid"/>
              <a:miter lim="800000"/>
            </a:ln>
            <a:effectLst/>
          </p:spPr>
          <p:txBody>
            <a:bodyPr wrap="square" lIns="45719" tIns="45719" rIns="45719" bIns="45719" numCol="1" anchor="t">
              <a:noAutofit/>
            </a:bodyPr>
            <a:lstStyle/>
            <a:p>
              <a:pPr>
                <a:defRPr>
                  <a:solidFill>
                    <a:srgbClr val="FFFFFF"/>
                  </a:solidFill>
                </a:defRPr>
              </a:pPr>
            </a:p>
          </p:txBody>
        </p:sp>
        <p:pic>
          <p:nvPicPr>
            <p:cNvPr id="121" name="Picture 9" descr="Picture 9"/>
            <p:cNvPicPr>
              <a:picLocks noChangeAspect="1"/>
            </p:cNvPicPr>
            <p:nvPr/>
          </p:nvPicPr>
          <p:blipFill>
            <a:blip r:embed="rId3">
              <a:extLst/>
            </a:blip>
            <a:stretch>
              <a:fillRect/>
            </a:stretch>
          </p:blipFill>
          <p:spPr>
            <a:xfrm>
              <a:off x="-1" y="3153832"/>
              <a:ext cx="777241" cy="606426"/>
            </a:xfrm>
            <a:prstGeom prst="rect">
              <a:avLst/>
            </a:prstGeom>
            <a:ln w="12700" cap="flat">
              <a:noFill/>
              <a:miter lim="400000"/>
            </a:ln>
            <a:effectLst/>
          </p:spPr>
        </p:pic>
        <p:pic>
          <p:nvPicPr>
            <p:cNvPr id="122" name="Picture 10" descr="Picture 10"/>
            <p:cNvPicPr>
              <a:picLocks noChangeAspect="1"/>
            </p:cNvPicPr>
            <p:nvPr/>
          </p:nvPicPr>
          <p:blipFill>
            <a:blip r:embed="rId3">
              <a:extLst/>
            </a:blip>
            <a:stretch>
              <a:fillRect/>
            </a:stretch>
          </p:blipFill>
          <p:spPr>
            <a:xfrm>
              <a:off x="11452722" y="3153832"/>
              <a:ext cx="777241" cy="606426"/>
            </a:xfrm>
            <a:prstGeom prst="rect">
              <a:avLst/>
            </a:prstGeom>
            <a:ln w="12700" cap="flat">
              <a:noFill/>
              <a:miter lim="400000"/>
            </a:ln>
            <a:effectLst/>
          </p:spPr>
        </p:pic>
      </p:grpSp>
      <p:sp>
        <p:nvSpPr>
          <p:cNvPr id="124" name="Title Text"/>
          <p:cNvSpPr txBox="1"/>
          <p:nvPr>
            <p:ph type="title"/>
          </p:nvPr>
        </p:nvSpPr>
        <p:spPr>
          <a:xfrm>
            <a:off x="1295399" y="1883831"/>
            <a:ext cx="6241816" cy="1371601"/>
          </a:xfrm>
          <a:prstGeom prst="rect">
            <a:avLst/>
          </a:prstGeom>
        </p:spPr>
        <p:txBody>
          <a:bodyPr anchor="b"/>
          <a:lstStyle>
            <a:lvl1pPr>
              <a:defRPr sz="2800"/>
            </a:lvl1pPr>
          </a:lstStyle>
          <a:p>
            <a:pPr/>
            <a:r>
              <a:t>Title Text</a:t>
            </a:r>
          </a:p>
        </p:txBody>
      </p:sp>
      <p:sp>
        <p:nvSpPr>
          <p:cNvPr id="125" name="Picture Placeholder 2"/>
          <p:cNvSpPr/>
          <p:nvPr>
            <p:ph type="pic" sz="quarter" idx="21"/>
          </p:nvPr>
        </p:nvSpPr>
        <p:spPr>
          <a:xfrm>
            <a:off x="8094830" y="1041400"/>
            <a:ext cx="3063348" cy="4775200"/>
          </a:xfrm>
          <a:prstGeom prst="rect">
            <a:avLst/>
          </a:prstGeom>
          <a:ln w="57150">
            <a:solidFill>
              <a:srgbClr val="808080"/>
            </a:solidFill>
            <a:miter lim="800000"/>
          </a:ln>
        </p:spPr>
        <p:txBody>
          <a:bodyPr lIns="91439" rIns="91439">
            <a:noAutofit/>
          </a:bodyPr>
          <a:lstStyle/>
          <a:p>
            <a:pPr/>
          </a:p>
        </p:txBody>
      </p:sp>
      <p:sp>
        <p:nvSpPr>
          <p:cNvPr id="126" name="Body Level One…"/>
          <p:cNvSpPr txBox="1"/>
          <p:nvPr>
            <p:ph type="body" sz="quarter" idx="1"/>
          </p:nvPr>
        </p:nvSpPr>
        <p:spPr>
          <a:xfrm>
            <a:off x="1295399" y="3255431"/>
            <a:ext cx="6241816" cy="1828801"/>
          </a:xfrm>
          <a:prstGeom prst="rect">
            <a:avLst/>
          </a:prstGeom>
        </p:spPr>
        <p:txBody>
          <a:bodyPr/>
          <a:lstStyle>
            <a:lvl1pPr marL="0" indent="0" algn="ctr">
              <a:buClrTx/>
              <a:buSzTx/>
              <a:buFontTx/>
              <a:buNone/>
              <a:defRPr sz="1800"/>
            </a:lvl1pPr>
            <a:lvl2pPr marL="0" indent="457200" algn="ctr">
              <a:buClrTx/>
              <a:buSzTx/>
              <a:buFontTx/>
              <a:buNone/>
              <a:defRPr sz="1800"/>
            </a:lvl2pPr>
            <a:lvl3pPr marL="0" indent="914400" algn="ctr">
              <a:buClrTx/>
              <a:buSzTx/>
              <a:buFontTx/>
              <a:buNone/>
              <a:defRPr sz="1800"/>
            </a:lvl3pPr>
            <a:lvl4pPr marL="0" indent="1371600" algn="ctr">
              <a:buClrTx/>
              <a:buSzTx/>
              <a:buFontTx/>
              <a:buNone/>
              <a:defRPr sz="1800"/>
            </a:lvl4pPr>
            <a:lvl5pPr marL="0" indent="1828800" algn="ctr">
              <a:buClrTx/>
              <a:buSzTx/>
              <a:buFontTx/>
              <a:buNone/>
              <a:defRPr sz="1800"/>
            </a:lvl5pPr>
          </a:lstStyle>
          <a:p>
            <a:pPr/>
            <a:r>
              <a:t>Body Level One</a:t>
            </a:r>
          </a:p>
          <a:p>
            <a:pPr lvl="1"/>
            <a:r>
              <a:t>Body Level Two</a:t>
            </a:r>
          </a:p>
          <a:p>
            <a:pPr lvl="2"/>
            <a:r>
              <a:t>Body Level Three</a:t>
            </a:r>
          </a:p>
          <a:p>
            <a:pPr lvl="3"/>
            <a:r>
              <a:t>Body Level Four</a:t>
            </a:r>
          </a:p>
          <a:p>
            <a:pPr lvl="4"/>
            <a:r>
              <a:t>Body Level Five</a:t>
            </a:r>
          </a:p>
        </p:txBody>
      </p:sp>
      <p:sp>
        <p:nvSpPr>
          <p:cNvPr id="12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Panoramic Picture with Caption">
    <p:spTree>
      <p:nvGrpSpPr>
        <p:cNvPr id="1" name=""/>
        <p:cNvGrpSpPr/>
        <p:nvPr/>
      </p:nvGrpSpPr>
      <p:grpSpPr>
        <a:xfrm>
          <a:off x="0" y="0"/>
          <a:ext cx="0" cy="0"/>
          <a:chOff x="0" y="0"/>
          <a:chExt cx="0" cy="0"/>
        </a:xfrm>
      </p:grpSpPr>
      <p:grpSp>
        <p:nvGrpSpPr>
          <p:cNvPr id="138" name="Group 6"/>
          <p:cNvGrpSpPr/>
          <p:nvPr/>
        </p:nvGrpSpPr>
        <p:grpSpPr>
          <a:xfrm>
            <a:off x="-15737" y="0"/>
            <a:ext cx="12229964" cy="6856215"/>
            <a:chOff x="0" y="0"/>
            <a:chExt cx="12229962" cy="6856214"/>
          </a:xfrm>
        </p:grpSpPr>
        <p:pic>
          <p:nvPicPr>
            <p:cNvPr id="134" name="Picture 7" descr="Picture 7"/>
            <p:cNvPicPr>
              <a:picLocks noChangeAspect="1"/>
            </p:cNvPicPr>
            <p:nvPr/>
          </p:nvPicPr>
          <p:blipFill>
            <a:blip r:embed="rId2">
              <a:extLst/>
            </a:blip>
            <a:stretch>
              <a:fillRect/>
            </a:stretch>
          </p:blipFill>
          <p:spPr>
            <a:xfrm>
              <a:off x="15736" y="0"/>
              <a:ext cx="12188826" cy="6856215"/>
            </a:xfrm>
            <a:prstGeom prst="rect">
              <a:avLst/>
            </a:prstGeom>
            <a:ln w="12700" cap="flat">
              <a:noFill/>
              <a:miter lim="400000"/>
            </a:ln>
            <a:effectLst/>
          </p:spPr>
        </p:pic>
        <p:sp>
          <p:nvSpPr>
            <p:cNvPr id="135" name="Rectangle 8"/>
            <p:cNvSpPr/>
            <p:nvPr/>
          </p:nvSpPr>
          <p:spPr>
            <a:xfrm>
              <a:off x="623748" y="609600"/>
              <a:ext cx="10972801" cy="5638801"/>
            </a:xfrm>
            <a:prstGeom prst="rect">
              <a:avLst/>
            </a:prstGeom>
            <a:noFill/>
            <a:ln w="15875" cap="flat">
              <a:solidFill>
                <a:schemeClr val="accent1"/>
              </a:solidFill>
              <a:prstDash val="solid"/>
              <a:miter lim="800000"/>
            </a:ln>
            <a:effectLst/>
          </p:spPr>
          <p:txBody>
            <a:bodyPr wrap="square" lIns="45719" tIns="45719" rIns="45719" bIns="45719" numCol="1" anchor="t">
              <a:noAutofit/>
            </a:bodyPr>
            <a:lstStyle/>
            <a:p>
              <a:pPr>
                <a:defRPr>
                  <a:solidFill>
                    <a:srgbClr val="FFFFFF"/>
                  </a:solidFill>
                </a:defRPr>
              </a:pPr>
            </a:p>
          </p:txBody>
        </p:sp>
        <p:pic>
          <p:nvPicPr>
            <p:cNvPr id="136" name="Picture 9" descr="Picture 9"/>
            <p:cNvPicPr>
              <a:picLocks noChangeAspect="1"/>
            </p:cNvPicPr>
            <p:nvPr/>
          </p:nvPicPr>
          <p:blipFill>
            <a:blip r:embed="rId3">
              <a:extLst/>
            </a:blip>
            <a:stretch>
              <a:fillRect/>
            </a:stretch>
          </p:blipFill>
          <p:spPr>
            <a:xfrm>
              <a:off x="-1" y="3153832"/>
              <a:ext cx="777241" cy="606426"/>
            </a:xfrm>
            <a:prstGeom prst="rect">
              <a:avLst/>
            </a:prstGeom>
            <a:ln w="12700" cap="flat">
              <a:noFill/>
              <a:miter lim="400000"/>
            </a:ln>
            <a:effectLst/>
          </p:spPr>
        </p:pic>
        <p:pic>
          <p:nvPicPr>
            <p:cNvPr id="137" name="Picture 10" descr="Picture 10"/>
            <p:cNvPicPr>
              <a:picLocks noChangeAspect="1"/>
            </p:cNvPicPr>
            <p:nvPr/>
          </p:nvPicPr>
          <p:blipFill>
            <a:blip r:embed="rId3">
              <a:extLst/>
            </a:blip>
            <a:stretch>
              <a:fillRect/>
            </a:stretch>
          </p:blipFill>
          <p:spPr>
            <a:xfrm>
              <a:off x="11452722" y="3153832"/>
              <a:ext cx="777241" cy="606426"/>
            </a:xfrm>
            <a:prstGeom prst="rect">
              <a:avLst/>
            </a:prstGeom>
            <a:ln w="12700" cap="flat">
              <a:noFill/>
              <a:miter lim="400000"/>
            </a:ln>
            <a:effectLst/>
          </p:spPr>
        </p:pic>
      </p:grpSp>
      <p:sp>
        <p:nvSpPr>
          <p:cNvPr id="139" name="Title Text"/>
          <p:cNvSpPr txBox="1"/>
          <p:nvPr>
            <p:ph type="title"/>
          </p:nvPr>
        </p:nvSpPr>
        <p:spPr>
          <a:xfrm>
            <a:off x="1295400" y="4815414"/>
            <a:ext cx="9609668" cy="566739"/>
          </a:xfrm>
          <a:prstGeom prst="rect">
            <a:avLst/>
          </a:prstGeom>
        </p:spPr>
        <p:txBody>
          <a:bodyPr anchor="b"/>
          <a:lstStyle>
            <a:lvl1pPr>
              <a:defRPr sz="2400"/>
            </a:lvl1pPr>
          </a:lstStyle>
          <a:p>
            <a:pPr/>
            <a:r>
              <a:t>Title Text</a:t>
            </a:r>
          </a:p>
        </p:txBody>
      </p:sp>
      <p:sp>
        <p:nvSpPr>
          <p:cNvPr id="140" name="Picture Placeholder 2"/>
          <p:cNvSpPr/>
          <p:nvPr>
            <p:ph type="pic" idx="21"/>
          </p:nvPr>
        </p:nvSpPr>
        <p:spPr>
          <a:xfrm>
            <a:off x="1041426" y="1041398"/>
            <a:ext cx="10105974" cy="3335870"/>
          </a:xfrm>
          <a:prstGeom prst="rect">
            <a:avLst/>
          </a:prstGeom>
          <a:ln w="57150">
            <a:solidFill>
              <a:srgbClr val="808080"/>
            </a:solidFill>
            <a:miter lim="800000"/>
          </a:ln>
        </p:spPr>
        <p:txBody>
          <a:bodyPr lIns="91439" rIns="91439">
            <a:noAutofit/>
          </a:bodyPr>
          <a:lstStyle/>
          <a:p>
            <a:pPr/>
          </a:p>
        </p:txBody>
      </p:sp>
      <p:sp>
        <p:nvSpPr>
          <p:cNvPr id="141" name="Body Level One…"/>
          <p:cNvSpPr txBox="1"/>
          <p:nvPr>
            <p:ph type="body" sz="quarter" idx="1"/>
          </p:nvPr>
        </p:nvSpPr>
        <p:spPr>
          <a:xfrm>
            <a:off x="1295400" y="5382152"/>
            <a:ext cx="9609668" cy="493713"/>
          </a:xfrm>
          <a:prstGeom prst="rect">
            <a:avLst/>
          </a:prstGeom>
        </p:spPr>
        <p:txBody>
          <a:bodyPr/>
          <a:lstStyle>
            <a:lvl1pPr marL="0" indent="0" algn="ctr">
              <a:buClrTx/>
              <a:buSzTx/>
              <a:buFontTx/>
              <a:buNone/>
              <a:defRPr sz="1400"/>
            </a:lvl1pPr>
            <a:lvl2pPr marL="0" indent="457200" algn="ctr">
              <a:buClrTx/>
              <a:buSzTx/>
              <a:buFontTx/>
              <a:buNone/>
              <a:defRPr sz="1400"/>
            </a:lvl2pPr>
            <a:lvl3pPr marL="0" indent="914400" algn="ctr">
              <a:buClrTx/>
              <a:buSzTx/>
              <a:buFontTx/>
              <a:buNone/>
              <a:defRPr sz="1400"/>
            </a:lvl3pPr>
            <a:lvl4pPr marL="0" indent="1371600" algn="ctr">
              <a:buClrTx/>
              <a:buSzTx/>
              <a:buFontTx/>
              <a:buNone/>
              <a:defRPr sz="1400"/>
            </a:lvl4pPr>
            <a:lvl5pPr marL="0" indent="1828800" algn="ctr">
              <a:buClrTx/>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14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and Caption">
    <p:spTree>
      <p:nvGrpSpPr>
        <p:cNvPr id="1" name=""/>
        <p:cNvGrpSpPr/>
        <p:nvPr/>
      </p:nvGrpSpPr>
      <p:grpSpPr>
        <a:xfrm>
          <a:off x="0" y="0"/>
          <a:ext cx="0" cy="0"/>
          <a:chOff x="0" y="0"/>
          <a:chExt cx="0" cy="0"/>
        </a:xfrm>
      </p:grpSpPr>
      <p:grpSp>
        <p:nvGrpSpPr>
          <p:cNvPr id="153" name="Group 6"/>
          <p:cNvGrpSpPr/>
          <p:nvPr/>
        </p:nvGrpSpPr>
        <p:grpSpPr>
          <a:xfrm>
            <a:off x="-15737" y="0"/>
            <a:ext cx="12229964" cy="6856215"/>
            <a:chOff x="0" y="0"/>
            <a:chExt cx="12229962" cy="6856214"/>
          </a:xfrm>
        </p:grpSpPr>
        <p:pic>
          <p:nvPicPr>
            <p:cNvPr id="149" name="Picture 7" descr="Picture 7"/>
            <p:cNvPicPr>
              <a:picLocks noChangeAspect="1"/>
            </p:cNvPicPr>
            <p:nvPr/>
          </p:nvPicPr>
          <p:blipFill>
            <a:blip r:embed="rId2">
              <a:extLst/>
            </a:blip>
            <a:stretch>
              <a:fillRect/>
            </a:stretch>
          </p:blipFill>
          <p:spPr>
            <a:xfrm>
              <a:off x="15736" y="0"/>
              <a:ext cx="12188826" cy="6856215"/>
            </a:xfrm>
            <a:prstGeom prst="rect">
              <a:avLst/>
            </a:prstGeom>
            <a:ln w="12700" cap="flat">
              <a:noFill/>
              <a:miter lim="400000"/>
            </a:ln>
            <a:effectLst/>
          </p:spPr>
        </p:pic>
        <p:sp>
          <p:nvSpPr>
            <p:cNvPr id="150" name="Rectangle 8"/>
            <p:cNvSpPr/>
            <p:nvPr/>
          </p:nvSpPr>
          <p:spPr>
            <a:xfrm>
              <a:off x="623748" y="609600"/>
              <a:ext cx="10972801" cy="5638801"/>
            </a:xfrm>
            <a:prstGeom prst="rect">
              <a:avLst/>
            </a:prstGeom>
            <a:noFill/>
            <a:ln w="15875" cap="flat">
              <a:solidFill>
                <a:schemeClr val="accent1"/>
              </a:solidFill>
              <a:prstDash val="solid"/>
              <a:miter lim="800000"/>
            </a:ln>
            <a:effectLst/>
          </p:spPr>
          <p:txBody>
            <a:bodyPr wrap="square" lIns="45719" tIns="45719" rIns="45719" bIns="45719" numCol="1" anchor="t">
              <a:noAutofit/>
            </a:bodyPr>
            <a:lstStyle/>
            <a:p>
              <a:pPr>
                <a:defRPr>
                  <a:solidFill>
                    <a:srgbClr val="FFFFFF"/>
                  </a:solidFill>
                </a:defRPr>
              </a:pPr>
            </a:p>
          </p:txBody>
        </p:sp>
        <p:pic>
          <p:nvPicPr>
            <p:cNvPr id="151" name="Picture 9" descr="Picture 9"/>
            <p:cNvPicPr>
              <a:picLocks noChangeAspect="1"/>
            </p:cNvPicPr>
            <p:nvPr/>
          </p:nvPicPr>
          <p:blipFill>
            <a:blip r:embed="rId3">
              <a:extLst/>
            </a:blip>
            <a:stretch>
              <a:fillRect/>
            </a:stretch>
          </p:blipFill>
          <p:spPr>
            <a:xfrm>
              <a:off x="-1" y="3153832"/>
              <a:ext cx="777241" cy="606426"/>
            </a:xfrm>
            <a:prstGeom prst="rect">
              <a:avLst/>
            </a:prstGeom>
            <a:ln w="12700" cap="flat">
              <a:noFill/>
              <a:miter lim="400000"/>
            </a:ln>
            <a:effectLst/>
          </p:spPr>
        </p:pic>
        <p:pic>
          <p:nvPicPr>
            <p:cNvPr id="152" name="Picture 10" descr="Picture 10"/>
            <p:cNvPicPr>
              <a:picLocks noChangeAspect="1"/>
            </p:cNvPicPr>
            <p:nvPr/>
          </p:nvPicPr>
          <p:blipFill>
            <a:blip r:embed="rId3">
              <a:extLst/>
            </a:blip>
            <a:stretch>
              <a:fillRect/>
            </a:stretch>
          </p:blipFill>
          <p:spPr>
            <a:xfrm>
              <a:off x="11452722" y="3153832"/>
              <a:ext cx="777241" cy="606426"/>
            </a:xfrm>
            <a:prstGeom prst="rect">
              <a:avLst/>
            </a:prstGeom>
            <a:ln w="12700" cap="flat">
              <a:noFill/>
              <a:miter lim="400000"/>
            </a:ln>
            <a:effectLst/>
          </p:spPr>
        </p:pic>
      </p:grpSp>
      <p:sp>
        <p:nvSpPr>
          <p:cNvPr id="154" name="Title Text"/>
          <p:cNvSpPr txBox="1"/>
          <p:nvPr>
            <p:ph type="title"/>
          </p:nvPr>
        </p:nvSpPr>
        <p:spPr>
          <a:xfrm>
            <a:off x="1303867" y="982132"/>
            <a:ext cx="9592734" cy="2954869"/>
          </a:xfrm>
          <a:prstGeom prst="rect">
            <a:avLst/>
          </a:prstGeom>
        </p:spPr>
        <p:txBody>
          <a:bodyPr/>
          <a:lstStyle>
            <a:lvl1pPr>
              <a:defRPr sz="3200"/>
            </a:lvl1pPr>
          </a:lstStyle>
          <a:p>
            <a:pPr/>
            <a:r>
              <a:t>Title Text</a:t>
            </a:r>
          </a:p>
        </p:txBody>
      </p:sp>
      <p:sp>
        <p:nvSpPr>
          <p:cNvPr id="155" name="Body Level One…"/>
          <p:cNvSpPr txBox="1"/>
          <p:nvPr>
            <p:ph type="body" sz="quarter" idx="1"/>
          </p:nvPr>
        </p:nvSpPr>
        <p:spPr>
          <a:xfrm>
            <a:off x="1303867" y="4343398"/>
            <a:ext cx="9592734" cy="1532468"/>
          </a:xfrm>
          <a:prstGeom prst="rect">
            <a:avLst/>
          </a:prstGeom>
        </p:spPr>
        <p:txBody>
          <a:bodyPr anchor="ctr"/>
          <a:lstStyle>
            <a:lvl1pPr marL="0" indent="0" algn="ctr">
              <a:buClrTx/>
              <a:buSzTx/>
              <a:buFontTx/>
              <a:buNone/>
              <a:defRPr sz="2000">
                <a:solidFill>
                  <a:srgbClr val="000000"/>
                </a:solidFill>
              </a:defRPr>
            </a:lvl1pPr>
            <a:lvl2pPr marL="0" indent="457200" algn="ctr">
              <a:buClrTx/>
              <a:buSzTx/>
              <a:buFontTx/>
              <a:buNone/>
              <a:defRPr sz="2000">
                <a:solidFill>
                  <a:srgbClr val="000000"/>
                </a:solidFill>
              </a:defRPr>
            </a:lvl2pPr>
            <a:lvl3pPr marL="0" indent="914400" algn="ctr">
              <a:buClrTx/>
              <a:buSzTx/>
              <a:buFontTx/>
              <a:buNone/>
              <a:defRPr sz="2000">
                <a:solidFill>
                  <a:srgbClr val="000000"/>
                </a:solidFill>
              </a:defRPr>
            </a:lvl3pPr>
            <a:lvl4pPr marL="0" indent="1371600" algn="ctr">
              <a:buClrTx/>
              <a:buSzTx/>
              <a:buFontTx/>
              <a:buNone/>
              <a:defRPr sz="2000">
                <a:solidFill>
                  <a:srgbClr val="000000"/>
                </a:solidFill>
              </a:defRPr>
            </a:lvl4pPr>
            <a:lvl5pPr marL="0" indent="1828800" algn="ctr">
              <a:buClrTx/>
              <a:buSzTx/>
              <a:buFontTx/>
              <a:buNone/>
              <a:defRPr sz="2000">
                <a:solidFill>
                  <a:srgbClr val="000000"/>
                </a:solidFill>
              </a:defRPr>
            </a:lvl5pPr>
          </a:lstStyle>
          <a:p>
            <a:pPr/>
            <a:r>
              <a:t>Body Level One</a:t>
            </a:r>
          </a:p>
          <a:p>
            <a:pPr lvl="1"/>
            <a:r>
              <a:t>Body Level Two</a:t>
            </a:r>
          </a:p>
          <a:p>
            <a:pPr lvl="2"/>
            <a:r>
              <a:t>Body Level Three</a:t>
            </a:r>
          </a:p>
          <a:p>
            <a:pPr lvl="3"/>
            <a:r>
              <a:t>Body Level Four</a:t>
            </a:r>
          </a:p>
          <a:p>
            <a:pPr lvl="4"/>
            <a:r>
              <a:t>Body Level Five</a:t>
            </a:r>
          </a:p>
        </p:txBody>
      </p:sp>
      <p:sp>
        <p:nvSpPr>
          <p:cNvPr id="156" name="Straight Connector 14"/>
          <p:cNvSpPr/>
          <p:nvPr/>
        </p:nvSpPr>
        <p:spPr>
          <a:xfrm>
            <a:off x="1396169" y="4140198"/>
            <a:ext cx="9407299" cy="1"/>
          </a:xfrm>
          <a:prstGeom prst="line">
            <a:avLst/>
          </a:prstGeom>
          <a:ln w="15875">
            <a:solidFill>
              <a:schemeClr val="accent1"/>
            </a:solidFill>
          </a:ln>
        </p:spPr>
        <p:txBody>
          <a:bodyPr lIns="45719" rIns="45719"/>
          <a:lstStyle/>
          <a:p>
            <a:pPr/>
          </a:p>
        </p:txBody>
      </p:sp>
      <p:sp>
        <p:nvSpPr>
          <p:cNvPr id="15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Quote with Caption">
    <p:spTree>
      <p:nvGrpSpPr>
        <p:cNvPr id="1" name=""/>
        <p:cNvGrpSpPr/>
        <p:nvPr/>
      </p:nvGrpSpPr>
      <p:grpSpPr>
        <a:xfrm>
          <a:off x="0" y="0"/>
          <a:ext cx="0" cy="0"/>
          <a:chOff x="0" y="0"/>
          <a:chExt cx="0" cy="0"/>
        </a:xfrm>
      </p:grpSpPr>
      <p:grpSp>
        <p:nvGrpSpPr>
          <p:cNvPr id="168" name="Group 6"/>
          <p:cNvGrpSpPr/>
          <p:nvPr/>
        </p:nvGrpSpPr>
        <p:grpSpPr>
          <a:xfrm>
            <a:off x="-15737" y="0"/>
            <a:ext cx="12229964" cy="6856215"/>
            <a:chOff x="0" y="0"/>
            <a:chExt cx="12229962" cy="6856214"/>
          </a:xfrm>
        </p:grpSpPr>
        <p:pic>
          <p:nvPicPr>
            <p:cNvPr id="164" name="Picture 7" descr="Picture 7"/>
            <p:cNvPicPr>
              <a:picLocks noChangeAspect="1"/>
            </p:cNvPicPr>
            <p:nvPr/>
          </p:nvPicPr>
          <p:blipFill>
            <a:blip r:embed="rId2">
              <a:extLst/>
            </a:blip>
            <a:stretch>
              <a:fillRect/>
            </a:stretch>
          </p:blipFill>
          <p:spPr>
            <a:xfrm>
              <a:off x="15736" y="0"/>
              <a:ext cx="12188826" cy="6856215"/>
            </a:xfrm>
            <a:prstGeom prst="rect">
              <a:avLst/>
            </a:prstGeom>
            <a:ln w="12700" cap="flat">
              <a:noFill/>
              <a:miter lim="400000"/>
            </a:ln>
            <a:effectLst/>
          </p:spPr>
        </p:pic>
        <p:sp>
          <p:nvSpPr>
            <p:cNvPr id="165" name="Rectangle 8"/>
            <p:cNvSpPr/>
            <p:nvPr/>
          </p:nvSpPr>
          <p:spPr>
            <a:xfrm>
              <a:off x="623748" y="609600"/>
              <a:ext cx="10972801" cy="5638801"/>
            </a:xfrm>
            <a:prstGeom prst="rect">
              <a:avLst/>
            </a:prstGeom>
            <a:noFill/>
            <a:ln w="15875" cap="flat">
              <a:solidFill>
                <a:schemeClr val="accent1"/>
              </a:solidFill>
              <a:prstDash val="solid"/>
              <a:miter lim="800000"/>
            </a:ln>
            <a:effectLst/>
          </p:spPr>
          <p:txBody>
            <a:bodyPr wrap="square" lIns="45719" tIns="45719" rIns="45719" bIns="45719" numCol="1" anchor="t">
              <a:noAutofit/>
            </a:bodyPr>
            <a:lstStyle/>
            <a:p>
              <a:pPr>
                <a:defRPr>
                  <a:solidFill>
                    <a:srgbClr val="FFFFFF"/>
                  </a:solidFill>
                </a:defRPr>
              </a:pPr>
            </a:p>
          </p:txBody>
        </p:sp>
        <p:pic>
          <p:nvPicPr>
            <p:cNvPr id="166" name="Picture 9" descr="Picture 9"/>
            <p:cNvPicPr>
              <a:picLocks noChangeAspect="1"/>
            </p:cNvPicPr>
            <p:nvPr/>
          </p:nvPicPr>
          <p:blipFill>
            <a:blip r:embed="rId3">
              <a:extLst/>
            </a:blip>
            <a:stretch>
              <a:fillRect/>
            </a:stretch>
          </p:blipFill>
          <p:spPr>
            <a:xfrm>
              <a:off x="-1" y="3153832"/>
              <a:ext cx="777241" cy="606426"/>
            </a:xfrm>
            <a:prstGeom prst="rect">
              <a:avLst/>
            </a:prstGeom>
            <a:ln w="12700" cap="flat">
              <a:noFill/>
              <a:miter lim="400000"/>
            </a:ln>
            <a:effectLst/>
          </p:spPr>
        </p:pic>
        <p:pic>
          <p:nvPicPr>
            <p:cNvPr id="167" name="Picture 10" descr="Picture 10"/>
            <p:cNvPicPr>
              <a:picLocks noChangeAspect="1"/>
            </p:cNvPicPr>
            <p:nvPr/>
          </p:nvPicPr>
          <p:blipFill>
            <a:blip r:embed="rId3">
              <a:extLst/>
            </a:blip>
            <a:stretch>
              <a:fillRect/>
            </a:stretch>
          </p:blipFill>
          <p:spPr>
            <a:xfrm>
              <a:off x="11452722" y="3153832"/>
              <a:ext cx="777241" cy="606426"/>
            </a:xfrm>
            <a:prstGeom prst="rect">
              <a:avLst/>
            </a:prstGeom>
            <a:ln w="12700" cap="flat">
              <a:noFill/>
              <a:miter lim="400000"/>
            </a:ln>
            <a:effectLst/>
          </p:spPr>
        </p:pic>
      </p:grpSp>
      <p:sp>
        <p:nvSpPr>
          <p:cNvPr id="169" name="Title Text"/>
          <p:cNvSpPr txBox="1"/>
          <p:nvPr>
            <p:ph type="title"/>
          </p:nvPr>
        </p:nvSpPr>
        <p:spPr>
          <a:xfrm>
            <a:off x="1446212" y="982132"/>
            <a:ext cx="9296399" cy="2370669"/>
          </a:xfrm>
          <a:prstGeom prst="rect">
            <a:avLst/>
          </a:prstGeom>
        </p:spPr>
        <p:txBody>
          <a:bodyPr/>
          <a:lstStyle>
            <a:lvl1pPr>
              <a:defRPr sz="3200">
                <a:solidFill>
                  <a:srgbClr val="000000"/>
                </a:solidFill>
              </a:defRPr>
            </a:lvl1pPr>
          </a:lstStyle>
          <a:p>
            <a:pPr/>
            <a:r>
              <a:t>Title Text</a:t>
            </a:r>
          </a:p>
        </p:txBody>
      </p:sp>
      <p:sp>
        <p:nvSpPr>
          <p:cNvPr id="170" name="Body Level One…"/>
          <p:cNvSpPr txBox="1"/>
          <p:nvPr>
            <p:ph type="body" sz="quarter" idx="1"/>
          </p:nvPr>
        </p:nvSpPr>
        <p:spPr>
          <a:xfrm>
            <a:off x="1674811" y="3352800"/>
            <a:ext cx="8839204" cy="584200"/>
          </a:xfrm>
          <a:prstGeom prst="rect">
            <a:avLst/>
          </a:prstGeom>
        </p:spPr>
        <p:txBody>
          <a:bodyPr anchor="ctr"/>
          <a:lstStyle>
            <a:lvl1pPr marL="0" indent="0" algn="r">
              <a:buClrTx/>
              <a:buSzTx/>
              <a:buFontTx/>
              <a:buNone/>
              <a:defRPr sz="2000"/>
            </a:lvl1pPr>
            <a:lvl2pPr marL="0" indent="457200" algn="r">
              <a:buClrTx/>
              <a:buSzTx/>
              <a:buFontTx/>
              <a:buNone/>
              <a:defRPr sz="2000"/>
            </a:lvl2pPr>
            <a:lvl3pPr marL="0" indent="914400" algn="r">
              <a:buClrTx/>
              <a:buSzTx/>
              <a:buFontTx/>
              <a:buNone/>
              <a:defRPr sz="2000"/>
            </a:lvl3pPr>
            <a:lvl4pPr marL="0" indent="1371600" algn="r">
              <a:buClrTx/>
              <a:buSzTx/>
              <a:buFontTx/>
              <a:buNone/>
              <a:defRPr sz="2000"/>
            </a:lvl4pPr>
            <a:lvl5pPr marL="0" indent="1828800" algn="r">
              <a:buClrTx/>
              <a:buSzTx/>
              <a:buFontTx/>
              <a:buNone/>
              <a:defRPr sz="2000"/>
            </a:lvl5pPr>
          </a:lstStyle>
          <a:p>
            <a:pPr/>
            <a:r>
              <a:t>Body Level One</a:t>
            </a:r>
          </a:p>
          <a:p>
            <a:pPr lvl="1"/>
            <a:r>
              <a:t>Body Level Two</a:t>
            </a:r>
          </a:p>
          <a:p>
            <a:pPr lvl="2"/>
            <a:r>
              <a:t>Body Level Three</a:t>
            </a:r>
          </a:p>
          <a:p>
            <a:pPr lvl="3"/>
            <a:r>
              <a:t>Body Level Four</a:t>
            </a:r>
          </a:p>
          <a:p>
            <a:pPr lvl="4"/>
            <a:r>
              <a:t>Body Level Five</a:t>
            </a:r>
          </a:p>
        </p:txBody>
      </p:sp>
      <p:sp>
        <p:nvSpPr>
          <p:cNvPr id="171" name="Text Placeholder 2"/>
          <p:cNvSpPr/>
          <p:nvPr>
            <p:ph type="body" sz="quarter" idx="21"/>
          </p:nvPr>
        </p:nvSpPr>
        <p:spPr>
          <a:xfrm>
            <a:off x="1295400" y="4343398"/>
            <a:ext cx="9609668" cy="1532468"/>
          </a:xfrm>
          <a:prstGeom prst="rect">
            <a:avLst/>
          </a:prstGeom>
        </p:spPr>
        <p:txBody>
          <a:bodyPr anchor="ctr"/>
          <a:lstStyle/>
          <a:p>
            <a:pPr marL="0" indent="0" algn="ctr">
              <a:buClrTx/>
              <a:buSzTx/>
              <a:buFontTx/>
              <a:buNone/>
              <a:defRPr sz="2000">
                <a:solidFill>
                  <a:srgbClr val="000000"/>
                </a:solidFill>
              </a:defRPr>
            </a:pPr>
          </a:p>
        </p:txBody>
      </p:sp>
      <p:sp>
        <p:nvSpPr>
          <p:cNvPr id="172" name="TextBox 13"/>
          <p:cNvSpPr txBox="1"/>
          <p:nvPr/>
        </p:nvSpPr>
        <p:spPr>
          <a:xfrm>
            <a:off x="907732" y="555129"/>
            <a:ext cx="518161" cy="1234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0"/>
            </a:lvl1pPr>
          </a:lstStyle>
          <a:p>
            <a:pPr/>
            <a:r>
              <a:t>“</a:t>
            </a:r>
          </a:p>
        </p:txBody>
      </p:sp>
      <p:sp>
        <p:nvSpPr>
          <p:cNvPr id="173" name="TextBox 14"/>
          <p:cNvSpPr txBox="1"/>
          <p:nvPr/>
        </p:nvSpPr>
        <p:spPr>
          <a:xfrm>
            <a:off x="10645986" y="2503038"/>
            <a:ext cx="518161" cy="1234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8000"/>
            </a:lvl1pPr>
          </a:lstStyle>
          <a:p>
            <a:pPr/>
            <a:r>
              <a:t>”</a:t>
            </a:r>
          </a:p>
        </p:txBody>
      </p:sp>
      <p:sp>
        <p:nvSpPr>
          <p:cNvPr id="174" name="Straight Connector 18"/>
          <p:cNvSpPr/>
          <p:nvPr/>
        </p:nvSpPr>
        <p:spPr>
          <a:xfrm>
            <a:off x="1396169" y="4140198"/>
            <a:ext cx="9407299" cy="1"/>
          </a:xfrm>
          <a:prstGeom prst="line">
            <a:avLst/>
          </a:prstGeom>
          <a:ln w="15875">
            <a:solidFill>
              <a:schemeClr val="accent1"/>
            </a:solidFill>
          </a:ln>
        </p:spPr>
        <p:txBody>
          <a:bodyPr lIns="45719" rIns="45719"/>
          <a:lstStyle/>
          <a:p>
            <a:pPr/>
          </a:p>
        </p:txBody>
      </p:sp>
      <p:sp>
        <p:nvSpPr>
          <p:cNvPr id="1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Name Card">
    <p:spTree>
      <p:nvGrpSpPr>
        <p:cNvPr id="1" name=""/>
        <p:cNvGrpSpPr/>
        <p:nvPr/>
      </p:nvGrpSpPr>
      <p:grpSpPr>
        <a:xfrm>
          <a:off x="0" y="0"/>
          <a:ext cx="0" cy="0"/>
          <a:chOff x="0" y="0"/>
          <a:chExt cx="0" cy="0"/>
        </a:xfrm>
      </p:grpSpPr>
      <p:grpSp>
        <p:nvGrpSpPr>
          <p:cNvPr id="186" name="Group 6"/>
          <p:cNvGrpSpPr/>
          <p:nvPr/>
        </p:nvGrpSpPr>
        <p:grpSpPr>
          <a:xfrm>
            <a:off x="-15737" y="0"/>
            <a:ext cx="12229964" cy="6856215"/>
            <a:chOff x="0" y="0"/>
            <a:chExt cx="12229962" cy="6856214"/>
          </a:xfrm>
        </p:grpSpPr>
        <p:pic>
          <p:nvPicPr>
            <p:cNvPr id="182" name="Picture 7" descr="Picture 7"/>
            <p:cNvPicPr>
              <a:picLocks noChangeAspect="1"/>
            </p:cNvPicPr>
            <p:nvPr/>
          </p:nvPicPr>
          <p:blipFill>
            <a:blip r:embed="rId2">
              <a:extLst/>
            </a:blip>
            <a:stretch>
              <a:fillRect/>
            </a:stretch>
          </p:blipFill>
          <p:spPr>
            <a:xfrm>
              <a:off x="15736" y="0"/>
              <a:ext cx="12188826" cy="6856215"/>
            </a:xfrm>
            <a:prstGeom prst="rect">
              <a:avLst/>
            </a:prstGeom>
            <a:ln w="12700" cap="flat">
              <a:noFill/>
              <a:miter lim="400000"/>
            </a:ln>
            <a:effectLst/>
          </p:spPr>
        </p:pic>
        <p:sp>
          <p:nvSpPr>
            <p:cNvPr id="183" name="Rectangle 8"/>
            <p:cNvSpPr/>
            <p:nvPr/>
          </p:nvSpPr>
          <p:spPr>
            <a:xfrm>
              <a:off x="623748" y="609600"/>
              <a:ext cx="10972801" cy="5638801"/>
            </a:xfrm>
            <a:prstGeom prst="rect">
              <a:avLst/>
            </a:prstGeom>
            <a:noFill/>
            <a:ln w="15875" cap="flat">
              <a:solidFill>
                <a:schemeClr val="accent1"/>
              </a:solidFill>
              <a:prstDash val="solid"/>
              <a:miter lim="800000"/>
            </a:ln>
            <a:effectLst/>
          </p:spPr>
          <p:txBody>
            <a:bodyPr wrap="square" lIns="45719" tIns="45719" rIns="45719" bIns="45719" numCol="1" anchor="t">
              <a:noAutofit/>
            </a:bodyPr>
            <a:lstStyle/>
            <a:p>
              <a:pPr>
                <a:defRPr>
                  <a:solidFill>
                    <a:srgbClr val="FFFFFF"/>
                  </a:solidFill>
                </a:defRPr>
              </a:pPr>
            </a:p>
          </p:txBody>
        </p:sp>
        <p:pic>
          <p:nvPicPr>
            <p:cNvPr id="184" name="Picture 9" descr="Picture 9"/>
            <p:cNvPicPr>
              <a:picLocks noChangeAspect="1"/>
            </p:cNvPicPr>
            <p:nvPr/>
          </p:nvPicPr>
          <p:blipFill>
            <a:blip r:embed="rId3">
              <a:extLst/>
            </a:blip>
            <a:stretch>
              <a:fillRect/>
            </a:stretch>
          </p:blipFill>
          <p:spPr>
            <a:xfrm>
              <a:off x="-1" y="3153832"/>
              <a:ext cx="777241" cy="606426"/>
            </a:xfrm>
            <a:prstGeom prst="rect">
              <a:avLst/>
            </a:prstGeom>
            <a:ln w="12700" cap="flat">
              <a:noFill/>
              <a:miter lim="400000"/>
            </a:ln>
            <a:effectLst/>
          </p:spPr>
        </p:pic>
        <p:pic>
          <p:nvPicPr>
            <p:cNvPr id="185" name="Picture 10" descr="Picture 10"/>
            <p:cNvPicPr>
              <a:picLocks noChangeAspect="1"/>
            </p:cNvPicPr>
            <p:nvPr/>
          </p:nvPicPr>
          <p:blipFill>
            <a:blip r:embed="rId3">
              <a:extLst/>
            </a:blip>
            <a:stretch>
              <a:fillRect/>
            </a:stretch>
          </p:blipFill>
          <p:spPr>
            <a:xfrm>
              <a:off x="11452722" y="3153832"/>
              <a:ext cx="777241" cy="606426"/>
            </a:xfrm>
            <a:prstGeom prst="rect">
              <a:avLst/>
            </a:prstGeom>
            <a:ln w="12700" cap="flat">
              <a:noFill/>
              <a:miter lim="400000"/>
            </a:ln>
            <a:effectLst/>
          </p:spPr>
        </p:pic>
      </p:grpSp>
      <p:sp>
        <p:nvSpPr>
          <p:cNvPr id="187" name="Title Text"/>
          <p:cNvSpPr txBox="1"/>
          <p:nvPr>
            <p:ph type="title"/>
          </p:nvPr>
        </p:nvSpPr>
        <p:spPr>
          <a:xfrm>
            <a:off x="1295402" y="3308580"/>
            <a:ext cx="9609668" cy="1468801"/>
          </a:xfrm>
          <a:prstGeom prst="rect">
            <a:avLst/>
          </a:prstGeom>
        </p:spPr>
        <p:txBody>
          <a:bodyPr anchor="b"/>
          <a:lstStyle>
            <a:lvl1pPr algn="l">
              <a:defRPr sz="3200"/>
            </a:lvl1pPr>
          </a:lstStyle>
          <a:p>
            <a:pPr/>
            <a:r>
              <a:t>Title Text</a:t>
            </a:r>
          </a:p>
        </p:txBody>
      </p:sp>
      <p:sp>
        <p:nvSpPr>
          <p:cNvPr id="188" name="Body Level One…"/>
          <p:cNvSpPr txBox="1"/>
          <p:nvPr>
            <p:ph type="body" sz="quarter" idx="1"/>
          </p:nvPr>
        </p:nvSpPr>
        <p:spPr>
          <a:xfrm>
            <a:off x="1295400" y="4777380"/>
            <a:ext cx="9609669" cy="860401"/>
          </a:xfrm>
          <a:prstGeom prst="rect">
            <a:avLst/>
          </a:prstGeom>
        </p:spPr>
        <p:txBody>
          <a:bodyPr/>
          <a:lstStyle>
            <a:lvl1pPr marL="0" indent="0">
              <a:buClrTx/>
              <a:buSzTx/>
              <a:buFontTx/>
              <a:buNone/>
              <a:defRPr sz="2000">
                <a:solidFill>
                  <a:srgbClr val="000000"/>
                </a:solidFill>
              </a:defRPr>
            </a:lvl1pPr>
            <a:lvl2pPr marL="0" indent="457200">
              <a:buClrTx/>
              <a:buSzTx/>
              <a:buFontTx/>
              <a:buNone/>
              <a:defRPr sz="2000">
                <a:solidFill>
                  <a:srgbClr val="000000"/>
                </a:solidFill>
              </a:defRPr>
            </a:lvl2pPr>
            <a:lvl3pPr marL="0" indent="914400">
              <a:buClrTx/>
              <a:buSzTx/>
              <a:buFontTx/>
              <a:buNone/>
              <a:defRPr sz="2000">
                <a:solidFill>
                  <a:srgbClr val="000000"/>
                </a:solidFill>
              </a:defRPr>
            </a:lvl3pPr>
            <a:lvl4pPr marL="0" indent="1371600">
              <a:buClrTx/>
              <a:buSzTx/>
              <a:buFontTx/>
              <a:buNone/>
              <a:defRPr sz="2000">
                <a:solidFill>
                  <a:srgbClr val="000000"/>
                </a:solidFill>
              </a:defRPr>
            </a:lvl4pPr>
            <a:lvl5pPr marL="0" indent="1828800">
              <a:buClrTx/>
              <a:buSzTx/>
              <a:buFontTx/>
              <a:buNone/>
              <a:defRPr sz="2000">
                <a:solidFill>
                  <a:srgbClr val="000000"/>
                </a:solidFill>
              </a:defRPr>
            </a:lvl5pPr>
          </a:lstStyle>
          <a:p>
            <a:pPr/>
            <a:r>
              <a:t>Body Level One</a:t>
            </a:r>
          </a:p>
          <a:p>
            <a:pPr lvl="1"/>
            <a:r>
              <a:t>Body Level Two</a:t>
            </a:r>
          </a:p>
          <a:p>
            <a:pPr lvl="2"/>
            <a:r>
              <a:t>Body Level Three</a:t>
            </a:r>
          </a:p>
          <a:p>
            <a:pPr lvl="3"/>
            <a:r>
              <a:t>Body Level Four</a:t>
            </a:r>
          </a:p>
          <a:p>
            <a:pPr lvl="4"/>
            <a:r>
              <a:t>Body Level Five</a:t>
            </a:r>
          </a:p>
        </p:txBody>
      </p:sp>
      <p:sp>
        <p:nvSpPr>
          <p:cNvPr id="18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Quote Name Card">
    <p:spTree>
      <p:nvGrpSpPr>
        <p:cNvPr id="1" name=""/>
        <p:cNvGrpSpPr/>
        <p:nvPr/>
      </p:nvGrpSpPr>
      <p:grpSpPr>
        <a:xfrm>
          <a:off x="0" y="0"/>
          <a:ext cx="0" cy="0"/>
          <a:chOff x="0" y="0"/>
          <a:chExt cx="0" cy="0"/>
        </a:xfrm>
      </p:grpSpPr>
      <p:grpSp>
        <p:nvGrpSpPr>
          <p:cNvPr id="200" name="Group 6"/>
          <p:cNvGrpSpPr/>
          <p:nvPr/>
        </p:nvGrpSpPr>
        <p:grpSpPr>
          <a:xfrm>
            <a:off x="-15737" y="0"/>
            <a:ext cx="12229964" cy="6856215"/>
            <a:chOff x="0" y="0"/>
            <a:chExt cx="12229962" cy="6856214"/>
          </a:xfrm>
        </p:grpSpPr>
        <p:pic>
          <p:nvPicPr>
            <p:cNvPr id="196" name="Picture 7" descr="Picture 7"/>
            <p:cNvPicPr>
              <a:picLocks noChangeAspect="1"/>
            </p:cNvPicPr>
            <p:nvPr/>
          </p:nvPicPr>
          <p:blipFill>
            <a:blip r:embed="rId2">
              <a:extLst/>
            </a:blip>
            <a:stretch>
              <a:fillRect/>
            </a:stretch>
          </p:blipFill>
          <p:spPr>
            <a:xfrm>
              <a:off x="15736" y="0"/>
              <a:ext cx="12188826" cy="6856215"/>
            </a:xfrm>
            <a:prstGeom prst="rect">
              <a:avLst/>
            </a:prstGeom>
            <a:ln w="12700" cap="flat">
              <a:noFill/>
              <a:miter lim="400000"/>
            </a:ln>
            <a:effectLst/>
          </p:spPr>
        </p:pic>
        <p:sp>
          <p:nvSpPr>
            <p:cNvPr id="197" name="Rectangle 8"/>
            <p:cNvSpPr/>
            <p:nvPr/>
          </p:nvSpPr>
          <p:spPr>
            <a:xfrm>
              <a:off x="623748" y="609600"/>
              <a:ext cx="10972801" cy="5638801"/>
            </a:xfrm>
            <a:prstGeom prst="rect">
              <a:avLst/>
            </a:prstGeom>
            <a:noFill/>
            <a:ln w="15875" cap="flat">
              <a:solidFill>
                <a:schemeClr val="accent1"/>
              </a:solidFill>
              <a:prstDash val="solid"/>
              <a:miter lim="800000"/>
            </a:ln>
            <a:effectLst/>
          </p:spPr>
          <p:txBody>
            <a:bodyPr wrap="square" lIns="45719" tIns="45719" rIns="45719" bIns="45719" numCol="1" anchor="t">
              <a:noAutofit/>
            </a:bodyPr>
            <a:lstStyle/>
            <a:p>
              <a:pPr>
                <a:defRPr>
                  <a:solidFill>
                    <a:srgbClr val="FFFFFF"/>
                  </a:solidFill>
                </a:defRPr>
              </a:pPr>
            </a:p>
          </p:txBody>
        </p:sp>
        <p:pic>
          <p:nvPicPr>
            <p:cNvPr id="198" name="Picture 9" descr="Picture 9"/>
            <p:cNvPicPr>
              <a:picLocks noChangeAspect="1"/>
            </p:cNvPicPr>
            <p:nvPr/>
          </p:nvPicPr>
          <p:blipFill>
            <a:blip r:embed="rId3">
              <a:extLst/>
            </a:blip>
            <a:stretch>
              <a:fillRect/>
            </a:stretch>
          </p:blipFill>
          <p:spPr>
            <a:xfrm>
              <a:off x="-1" y="3153832"/>
              <a:ext cx="777241" cy="606426"/>
            </a:xfrm>
            <a:prstGeom prst="rect">
              <a:avLst/>
            </a:prstGeom>
            <a:ln w="12700" cap="flat">
              <a:noFill/>
              <a:miter lim="400000"/>
            </a:ln>
            <a:effectLst/>
          </p:spPr>
        </p:pic>
        <p:pic>
          <p:nvPicPr>
            <p:cNvPr id="199" name="Picture 10" descr="Picture 10"/>
            <p:cNvPicPr>
              <a:picLocks noChangeAspect="1"/>
            </p:cNvPicPr>
            <p:nvPr/>
          </p:nvPicPr>
          <p:blipFill>
            <a:blip r:embed="rId3">
              <a:extLst/>
            </a:blip>
            <a:stretch>
              <a:fillRect/>
            </a:stretch>
          </p:blipFill>
          <p:spPr>
            <a:xfrm>
              <a:off x="11452722" y="3153832"/>
              <a:ext cx="777241" cy="606426"/>
            </a:xfrm>
            <a:prstGeom prst="rect">
              <a:avLst/>
            </a:prstGeom>
            <a:ln w="12700" cap="flat">
              <a:noFill/>
              <a:miter lim="400000"/>
            </a:ln>
            <a:effectLst/>
          </p:spPr>
        </p:pic>
      </p:grpSp>
      <p:sp>
        <p:nvSpPr>
          <p:cNvPr id="201" name="Title Text"/>
          <p:cNvSpPr txBox="1"/>
          <p:nvPr>
            <p:ph type="title"/>
          </p:nvPr>
        </p:nvSpPr>
        <p:spPr>
          <a:xfrm>
            <a:off x="1446212" y="982132"/>
            <a:ext cx="9296399" cy="2243669"/>
          </a:xfrm>
          <a:prstGeom prst="rect">
            <a:avLst/>
          </a:prstGeom>
        </p:spPr>
        <p:txBody>
          <a:bodyPr/>
          <a:lstStyle>
            <a:lvl1pPr>
              <a:defRPr sz="3200">
                <a:solidFill>
                  <a:srgbClr val="000000"/>
                </a:solidFill>
              </a:defRPr>
            </a:lvl1pPr>
          </a:lstStyle>
          <a:p>
            <a:pPr/>
            <a:r>
              <a:t>Title Text</a:t>
            </a:r>
          </a:p>
        </p:txBody>
      </p:sp>
      <p:sp>
        <p:nvSpPr>
          <p:cNvPr id="202" name="Body Level One…"/>
          <p:cNvSpPr txBox="1"/>
          <p:nvPr>
            <p:ph type="body" sz="quarter" idx="1"/>
          </p:nvPr>
        </p:nvSpPr>
        <p:spPr>
          <a:xfrm>
            <a:off x="1295400" y="3639311"/>
            <a:ext cx="9609669" cy="886969"/>
          </a:xfrm>
          <a:prstGeom prst="rect">
            <a:avLst/>
          </a:prstGeom>
        </p:spPr>
        <p:txBody>
          <a:bodyPr anchor="b"/>
          <a:lstStyle>
            <a:lvl1pPr marL="0" indent="0">
              <a:buClrTx/>
              <a:buSzTx/>
              <a:buFontTx/>
              <a:buNone/>
              <a:defRPr>
                <a:solidFill>
                  <a:srgbClr val="000000"/>
                </a:solidFill>
              </a:defRPr>
            </a:lvl1pPr>
            <a:lvl2pPr marL="0" indent="457200">
              <a:buClrTx/>
              <a:buSzTx/>
              <a:buFontTx/>
              <a:buNone/>
              <a:defRPr>
                <a:solidFill>
                  <a:srgbClr val="000000"/>
                </a:solidFill>
              </a:defRPr>
            </a:lvl2pPr>
            <a:lvl3pPr marL="0" indent="914400">
              <a:buClrTx/>
              <a:buSzTx/>
              <a:buFontTx/>
              <a:buNone/>
              <a:defRPr>
                <a:solidFill>
                  <a:srgbClr val="000000"/>
                </a:solidFill>
              </a:defRPr>
            </a:lvl3pPr>
            <a:lvl4pPr marL="0" indent="1371600">
              <a:buClrTx/>
              <a:buSzTx/>
              <a:buFontTx/>
              <a:buNone/>
              <a:defRPr>
                <a:solidFill>
                  <a:srgbClr val="000000"/>
                </a:solidFill>
              </a:defRPr>
            </a:lvl4pPr>
            <a:lvl5pPr marL="0" indent="1828800">
              <a:buClrTx/>
              <a:buSzTx/>
              <a:buFontTx/>
              <a:buNone/>
              <a:defRPr>
                <a:solidFill>
                  <a:srgbClr val="000000"/>
                </a:solidFill>
              </a:defRPr>
            </a:lvl5pPr>
          </a:lstStyle>
          <a:p>
            <a:pPr/>
            <a:r>
              <a:t>Body Level One</a:t>
            </a:r>
          </a:p>
          <a:p>
            <a:pPr lvl="1"/>
            <a:r>
              <a:t>Body Level Two</a:t>
            </a:r>
          </a:p>
          <a:p>
            <a:pPr lvl="2"/>
            <a:r>
              <a:t>Body Level Three</a:t>
            </a:r>
          </a:p>
          <a:p>
            <a:pPr lvl="3"/>
            <a:r>
              <a:t>Body Level Four</a:t>
            </a:r>
          </a:p>
          <a:p>
            <a:pPr lvl="4"/>
            <a:r>
              <a:t>Body Level Five</a:t>
            </a:r>
          </a:p>
        </p:txBody>
      </p:sp>
      <p:sp>
        <p:nvSpPr>
          <p:cNvPr id="203" name="Text Placeholder 2"/>
          <p:cNvSpPr/>
          <p:nvPr>
            <p:ph type="body" sz="quarter" idx="21"/>
          </p:nvPr>
        </p:nvSpPr>
        <p:spPr>
          <a:xfrm>
            <a:off x="1295400" y="4529666"/>
            <a:ext cx="9609670" cy="1346201"/>
          </a:xfrm>
          <a:prstGeom prst="rect">
            <a:avLst/>
          </a:prstGeom>
        </p:spPr>
        <p:txBody>
          <a:bodyPr/>
          <a:lstStyle/>
          <a:p>
            <a:pPr marL="0" indent="0">
              <a:buClrTx/>
              <a:buSzTx/>
              <a:buFontTx/>
              <a:buNone/>
              <a:defRPr sz="1800">
                <a:solidFill>
                  <a:srgbClr val="000000"/>
                </a:solidFill>
              </a:defRPr>
            </a:pPr>
          </a:p>
        </p:txBody>
      </p:sp>
      <p:sp>
        <p:nvSpPr>
          <p:cNvPr id="204" name="TextBox 11"/>
          <p:cNvSpPr txBox="1"/>
          <p:nvPr/>
        </p:nvSpPr>
        <p:spPr>
          <a:xfrm>
            <a:off x="907732" y="555129"/>
            <a:ext cx="518161" cy="1234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0"/>
            </a:lvl1pPr>
          </a:lstStyle>
          <a:p>
            <a:pPr/>
            <a:r>
              <a:t>“</a:t>
            </a:r>
          </a:p>
        </p:txBody>
      </p:sp>
      <p:sp>
        <p:nvSpPr>
          <p:cNvPr id="205" name="TextBox 12"/>
          <p:cNvSpPr txBox="1"/>
          <p:nvPr/>
        </p:nvSpPr>
        <p:spPr>
          <a:xfrm>
            <a:off x="10645986" y="2274428"/>
            <a:ext cx="518161" cy="1234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8000"/>
            </a:lvl1pPr>
          </a:lstStyle>
          <a:p>
            <a:pPr/>
            <a:r>
              <a:t>”</a:t>
            </a:r>
          </a:p>
        </p:txBody>
      </p:sp>
      <p:sp>
        <p:nvSpPr>
          <p:cNvPr id="206" name="Straight Connector 25"/>
          <p:cNvSpPr/>
          <p:nvPr/>
        </p:nvSpPr>
        <p:spPr>
          <a:xfrm>
            <a:off x="1396169" y="3429000"/>
            <a:ext cx="9407299" cy="0"/>
          </a:xfrm>
          <a:prstGeom prst="line">
            <a:avLst/>
          </a:prstGeom>
          <a:ln w="15875">
            <a:solidFill>
              <a:schemeClr val="accent1"/>
            </a:solidFill>
          </a:ln>
        </p:spPr>
        <p:txBody>
          <a:bodyPr lIns="45719" rIns="45719"/>
          <a:lstStyle/>
          <a:p>
            <a:pPr/>
          </a:p>
        </p:txBody>
      </p:sp>
      <p:sp>
        <p:nvSpPr>
          <p:cNvPr id="20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rue or False">
    <p:spTree>
      <p:nvGrpSpPr>
        <p:cNvPr id="1" name=""/>
        <p:cNvGrpSpPr/>
        <p:nvPr/>
      </p:nvGrpSpPr>
      <p:grpSpPr>
        <a:xfrm>
          <a:off x="0" y="0"/>
          <a:ext cx="0" cy="0"/>
          <a:chOff x="0" y="0"/>
          <a:chExt cx="0" cy="0"/>
        </a:xfrm>
      </p:grpSpPr>
      <p:grpSp>
        <p:nvGrpSpPr>
          <p:cNvPr id="218" name="Group 6"/>
          <p:cNvGrpSpPr/>
          <p:nvPr/>
        </p:nvGrpSpPr>
        <p:grpSpPr>
          <a:xfrm>
            <a:off x="-15737" y="0"/>
            <a:ext cx="12229964" cy="6856215"/>
            <a:chOff x="0" y="0"/>
            <a:chExt cx="12229962" cy="6856214"/>
          </a:xfrm>
        </p:grpSpPr>
        <p:pic>
          <p:nvPicPr>
            <p:cNvPr id="214" name="Picture 7" descr="Picture 7"/>
            <p:cNvPicPr>
              <a:picLocks noChangeAspect="1"/>
            </p:cNvPicPr>
            <p:nvPr/>
          </p:nvPicPr>
          <p:blipFill>
            <a:blip r:embed="rId2">
              <a:extLst/>
            </a:blip>
            <a:stretch>
              <a:fillRect/>
            </a:stretch>
          </p:blipFill>
          <p:spPr>
            <a:xfrm>
              <a:off x="15736" y="0"/>
              <a:ext cx="12188826" cy="6856215"/>
            </a:xfrm>
            <a:prstGeom prst="rect">
              <a:avLst/>
            </a:prstGeom>
            <a:ln w="12700" cap="flat">
              <a:noFill/>
              <a:miter lim="400000"/>
            </a:ln>
            <a:effectLst/>
          </p:spPr>
        </p:pic>
        <p:sp>
          <p:nvSpPr>
            <p:cNvPr id="215" name="Rectangle 8"/>
            <p:cNvSpPr/>
            <p:nvPr/>
          </p:nvSpPr>
          <p:spPr>
            <a:xfrm>
              <a:off x="623748" y="609600"/>
              <a:ext cx="10972801" cy="5638801"/>
            </a:xfrm>
            <a:prstGeom prst="rect">
              <a:avLst/>
            </a:prstGeom>
            <a:noFill/>
            <a:ln w="15875" cap="flat">
              <a:solidFill>
                <a:schemeClr val="accent1"/>
              </a:solidFill>
              <a:prstDash val="solid"/>
              <a:miter lim="800000"/>
            </a:ln>
            <a:effectLst/>
          </p:spPr>
          <p:txBody>
            <a:bodyPr wrap="square" lIns="45719" tIns="45719" rIns="45719" bIns="45719" numCol="1" anchor="t">
              <a:noAutofit/>
            </a:bodyPr>
            <a:lstStyle/>
            <a:p>
              <a:pPr>
                <a:defRPr>
                  <a:solidFill>
                    <a:srgbClr val="FFFFFF"/>
                  </a:solidFill>
                </a:defRPr>
              </a:pPr>
            </a:p>
          </p:txBody>
        </p:sp>
        <p:pic>
          <p:nvPicPr>
            <p:cNvPr id="216" name="Picture 9" descr="Picture 9"/>
            <p:cNvPicPr>
              <a:picLocks noChangeAspect="1"/>
            </p:cNvPicPr>
            <p:nvPr/>
          </p:nvPicPr>
          <p:blipFill>
            <a:blip r:embed="rId3">
              <a:extLst/>
            </a:blip>
            <a:stretch>
              <a:fillRect/>
            </a:stretch>
          </p:blipFill>
          <p:spPr>
            <a:xfrm>
              <a:off x="-1" y="3153832"/>
              <a:ext cx="777241" cy="606426"/>
            </a:xfrm>
            <a:prstGeom prst="rect">
              <a:avLst/>
            </a:prstGeom>
            <a:ln w="12700" cap="flat">
              <a:noFill/>
              <a:miter lim="400000"/>
            </a:ln>
            <a:effectLst/>
          </p:spPr>
        </p:pic>
        <p:pic>
          <p:nvPicPr>
            <p:cNvPr id="217" name="Picture 10" descr="Picture 10"/>
            <p:cNvPicPr>
              <a:picLocks noChangeAspect="1"/>
            </p:cNvPicPr>
            <p:nvPr/>
          </p:nvPicPr>
          <p:blipFill>
            <a:blip r:embed="rId3">
              <a:extLst/>
            </a:blip>
            <a:stretch>
              <a:fillRect/>
            </a:stretch>
          </p:blipFill>
          <p:spPr>
            <a:xfrm>
              <a:off x="11452722" y="3153832"/>
              <a:ext cx="777241" cy="606426"/>
            </a:xfrm>
            <a:prstGeom prst="rect">
              <a:avLst/>
            </a:prstGeom>
            <a:ln w="12700" cap="flat">
              <a:noFill/>
              <a:miter lim="400000"/>
            </a:ln>
            <a:effectLst/>
          </p:spPr>
        </p:pic>
      </p:grpSp>
      <p:sp>
        <p:nvSpPr>
          <p:cNvPr id="219" name="Title Text"/>
          <p:cNvSpPr txBox="1"/>
          <p:nvPr>
            <p:ph type="title"/>
          </p:nvPr>
        </p:nvSpPr>
        <p:spPr>
          <a:xfrm>
            <a:off x="1295400" y="982132"/>
            <a:ext cx="9609668" cy="2243669"/>
          </a:xfrm>
          <a:prstGeom prst="rect">
            <a:avLst/>
          </a:prstGeom>
        </p:spPr>
        <p:txBody>
          <a:bodyPr/>
          <a:lstStyle/>
          <a:p>
            <a:pPr/>
            <a:r>
              <a:t>Title Text</a:t>
            </a:r>
          </a:p>
        </p:txBody>
      </p:sp>
      <p:sp>
        <p:nvSpPr>
          <p:cNvPr id="220" name="Body Level One…"/>
          <p:cNvSpPr txBox="1"/>
          <p:nvPr>
            <p:ph type="body" sz="quarter" idx="1"/>
          </p:nvPr>
        </p:nvSpPr>
        <p:spPr>
          <a:xfrm>
            <a:off x="1295400" y="3630167"/>
            <a:ext cx="9609669" cy="841249"/>
          </a:xfrm>
          <a:prstGeom prst="rect">
            <a:avLst/>
          </a:prstGeom>
        </p:spPr>
        <p:txBody>
          <a:bodyPr anchor="b"/>
          <a:lstStyle>
            <a:lvl1pPr marL="0" indent="0">
              <a:buClrTx/>
              <a:buSzTx/>
              <a:buFontTx/>
              <a:buNone/>
              <a:defRPr sz="2800">
                <a:solidFill>
                  <a:srgbClr val="000000"/>
                </a:solidFill>
              </a:defRPr>
            </a:lvl1pPr>
            <a:lvl2pPr marL="0" indent="457200">
              <a:buClrTx/>
              <a:buSzTx/>
              <a:buFontTx/>
              <a:buNone/>
              <a:defRPr sz="2800">
                <a:solidFill>
                  <a:srgbClr val="000000"/>
                </a:solidFill>
              </a:defRPr>
            </a:lvl2pPr>
            <a:lvl3pPr marL="0" indent="914400">
              <a:buClrTx/>
              <a:buSzTx/>
              <a:buFontTx/>
              <a:buNone/>
              <a:defRPr sz="2800">
                <a:solidFill>
                  <a:srgbClr val="000000"/>
                </a:solidFill>
              </a:defRPr>
            </a:lvl3pPr>
            <a:lvl4pPr marL="0" indent="1371600">
              <a:buClrTx/>
              <a:buSzTx/>
              <a:buFontTx/>
              <a:buNone/>
              <a:defRPr sz="2800">
                <a:solidFill>
                  <a:srgbClr val="000000"/>
                </a:solidFill>
              </a:defRPr>
            </a:lvl4pPr>
            <a:lvl5pPr marL="0" indent="1828800">
              <a:buClrTx/>
              <a:buSzTx/>
              <a:buFontTx/>
              <a:buNone/>
              <a:defRPr sz="2800">
                <a:solidFill>
                  <a:srgbClr val="000000"/>
                </a:solidFill>
              </a:defRPr>
            </a:lvl5pPr>
          </a:lstStyle>
          <a:p>
            <a:pPr/>
            <a:r>
              <a:t>Body Level One</a:t>
            </a:r>
          </a:p>
          <a:p>
            <a:pPr lvl="1"/>
            <a:r>
              <a:t>Body Level Two</a:t>
            </a:r>
          </a:p>
          <a:p>
            <a:pPr lvl="2"/>
            <a:r>
              <a:t>Body Level Three</a:t>
            </a:r>
          </a:p>
          <a:p>
            <a:pPr lvl="3"/>
            <a:r>
              <a:t>Body Level Four</a:t>
            </a:r>
          </a:p>
          <a:p>
            <a:pPr lvl="4"/>
            <a:r>
              <a:t>Body Level Five</a:t>
            </a:r>
          </a:p>
        </p:txBody>
      </p:sp>
      <p:sp>
        <p:nvSpPr>
          <p:cNvPr id="221" name="Text Placeholder 2"/>
          <p:cNvSpPr/>
          <p:nvPr>
            <p:ph type="body" sz="quarter" idx="21"/>
          </p:nvPr>
        </p:nvSpPr>
        <p:spPr>
          <a:xfrm>
            <a:off x="1295399" y="4470398"/>
            <a:ext cx="9609672" cy="1405468"/>
          </a:xfrm>
          <a:prstGeom prst="rect">
            <a:avLst/>
          </a:prstGeom>
        </p:spPr>
        <p:txBody>
          <a:bodyPr/>
          <a:lstStyle/>
          <a:p>
            <a:pPr marL="0" indent="0">
              <a:buClrTx/>
              <a:buSzTx/>
              <a:buFontTx/>
              <a:buNone/>
              <a:defRPr sz="1800">
                <a:solidFill>
                  <a:srgbClr val="000000"/>
                </a:solidFill>
              </a:defRPr>
            </a:pPr>
          </a:p>
        </p:txBody>
      </p:sp>
      <p:sp>
        <p:nvSpPr>
          <p:cNvPr id="222" name="Straight Connector 14"/>
          <p:cNvSpPr/>
          <p:nvPr/>
        </p:nvSpPr>
        <p:spPr>
          <a:xfrm>
            <a:off x="1396169" y="3429000"/>
            <a:ext cx="9407299" cy="0"/>
          </a:xfrm>
          <a:prstGeom prst="line">
            <a:avLst/>
          </a:prstGeom>
          <a:ln w="15875">
            <a:solidFill>
              <a:schemeClr val="accent1"/>
            </a:solidFill>
          </a:ln>
        </p:spPr>
        <p:txBody>
          <a:bodyPr lIns="45719" rIns="45719"/>
          <a:lstStyle/>
          <a:p>
            <a:pPr/>
          </a:p>
        </p:txBody>
      </p:sp>
      <p:sp>
        <p:nvSpPr>
          <p:cNvPr id="22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slideLayout" Target="../slideLayouts/slideLayout1.xml"/><Relationship Id="rId6" Type="http://schemas.openxmlformats.org/officeDocument/2006/relationships/slideLayout" Target="../slideLayouts/slideLayout2.xml"/><Relationship Id="rId7" Type="http://schemas.openxmlformats.org/officeDocument/2006/relationships/slideLayout" Target="../slideLayouts/slideLayout3.xml"/><Relationship Id="rId8" Type="http://schemas.openxmlformats.org/officeDocument/2006/relationships/slideLayout" Target="../slideLayouts/slideLayout4.xml"/><Relationship Id="rId9" Type="http://schemas.openxmlformats.org/officeDocument/2006/relationships/slideLayout" Target="../slideLayouts/slideLayout5.xml"/><Relationship Id="rId10" Type="http://schemas.openxmlformats.org/officeDocument/2006/relationships/slideLayout" Target="../slideLayouts/slideLayout6.xml"/><Relationship Id="rId11" Type="http://schemas.openxmlformats.org/officeDocument/2006/relationships/slideLayout" Target="../slideLayouts/slideLayout7.xml"/><Relationship Id="rId12" Type="http://schemas.openxmlformats.org/officeDocument/2006/relationships/slideLayout" Target="../slideLayouts/slideLayout8.xml"/><Relationship Id="rId13" Type="http://schemas.openxmlformats.org/officeDocument/2006/relationships/slideLayout" Target="../slideLayouts/slideLayout9.xml"/><Relationship Id="rId14" Type="http://schemas.openxmlformats.org/officeDocument/2006/relationships/slideLayout" Target="../slideLayouts/slideLayout10.xml"/><Relationship Id="rId15" Type="http://schemas.openxmlformats.org/officeDocument/2006/relationships/slideLayout" Target="../slideLayouts/slideLayout11.xml"/><Relationship Id="rId16" Type="http://schemas.openxmlformats.org/officeDocument/2006/relationships/slideLayout" Target="../slideLayouts/slideLayout12.xml"/><Relationship Id="rId17" Type="http://schemas.openxmlformats.org/officeDocument/2006/relationships/slideLayout" Target="../slideLayouts/slideLayout13.xml"/><Relationship Id="rId18" Type="http://schemas.openxmlformats.org/officeDocument/2006/relationships/slideLayout" Target="../slideLayouts/slideLayout14.xml"/><Relationship Id="rId19"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blipFill rotWithShape="1">
          <a:blip r:embed="rId2"/>
          <a:srcRect l="0" t="0" r="0" b="0"/>
          <a:stretch>
            <a:fillRect/>
          </a:stretch>
        </a:blipFill>
      </p:bgPr>
    </p:bg>
    <p:spTree>
      <p:nvGrpSpPr>
        <p:cNvPr id="1" name=""/>
        <p:cNvGrpSpPr/>
        <p:nvPr/>
      </p:nvGrpSpPr>
      <p:grpSpPr>
        <a:xfrm>
          <a:off x="0" y="0"/>
          <a:ext cx="0" cy="0"/>
          <a:chOff x="0" y="0"/>
          <a:chExt cx="0" cy="0"/>
        </a:xfrm>
      </p:grpSpPr>
      <p:grpSp>
        <p:nvGrpSpPr>
          <p:cNvPr id="6" name="Group 6"/>
          <p:cNvGrpSpPr/>
          <p:nvPr/>
        </p:nvGrpSpPr>
        <p:grpSpPr>
          <a:xfrm>
            <a:off x="-15737" y="0"/>
            <a:ext cx="12229964" cy="6856215"/>
            <a:chOff x="0" y="0"/>
            <a:chExt cx="12229962" cy="6856214"/>
          </a:xfrm>
        </p:grpSpPr>
        <p:pic>
          <p:nvPicPr>
            <p:cNvPr id="2" name="Picture 7" descr="Picture 7"/>
            <p:cNvPicPr>
              <a:picLocks noChangeAspect="1"/>
            </p:cNvPicPr>
            <p:nvPr/>
          </p:nvPicPr>
          <p:blipFill>
            <a:blip r:embed="rId3">
              <a:extLst/>
            </a:blip>
            <a:stretch>
              <a:fillRect/>
            </a:stretch>
          </p:blipFill>
          <p:spPr>
            <a:xfrm>
              <a:off x="15736" y="0"/>
              <a:ext cx="12188826" cy="6856215"/>
            </a:xfrm>
            <a:prstGeom prst="rect">
              <a:avLst/>
            </a:prstGeom>
            <a:ln w="12700" cap="flat">
              <a:noFill/>
              <a:miter lim="400000"/>
            </a:ln>
            <a:effectLst/>
          </p:spPr>
        </p:pic>
        <p:sp>
          <p:nvSpPr>
            <p:cNvPr id="3" name="Rectangle 8"/>
            <p:cNvSpPr/>
            <p:nvPr/>
          </p:nvSpPr>
          <p:spPr>
            <a:xfrm>
              <a:off x="623748" y="609600"/>
              <a:ext cx="10972801" cy="5638801"/>
            </a:xfrm>
            <a:prstGeom prst="rect">
              <a:avLst/>
            </a:prstGeom>
            <a:noFill/>
            <a:ln w="15875" cap="flat">
              <a:solidFill>
                <a:schemeClr val="accent1"/>
              </a:solidFill>
              <a:prstDash val="solid"/>
              <a:miter lim="800000"/>
            </a:ln>
            <a:effectLst/>
          </p:spPr>
          <p:txBody>
            <a:bodyPr wrap="square" lIns="45719" tIns="45719" rIns="45719" bIns="45719" numCol="1" anchor="t">
              <a:noAutofit/>
            </a:bodyPr>
            <a:lstStyle/>
            <a:p>
              <a:pPr>
                <a:defRPr>
                  <a:solidFill>
                    <a:srgbClr val="FFFFFF"/>
                  </a:solidFill>
                </a:defRPr>
              </a:pPr>
            </a:p>
          </p:txBody>
        </p:sp>
        <p:pic>
          <p:nvPicPr>
            <p:cNvPr id="4" name="Picture 9" descr="Picture 9"/>
            <p:cNvPicPr>
              <a:picLocks noChangeAspect="1"/>
            </p:cNvPicPr>
            <p:nvPr/>
          </p:nvPicPr>
          <p:blipFill>
            <a:blip r:embed="rId4">
              <a:extLst/>
            </a:blip>
            <a:stretch>
              <a:fillRect/>
            </a:stretch>
          </p:blipFill>
          <p:spPr>
            <a:xfrm>
              <a:off x="-1" y="3153832"/>
              <a:ext cx="777241" cy="606426"/>
            </a:xfrm>
            <a:prstGeom prst="rect">
              <a:avLst/>
            </a:prstGeom>
            <a:ln w="12700" cap="flat">
              <a:noFill/>
              <a:miter lim="400000"/>
            </a:ln>
            <a:effectLst/>
          </p:spPr>
        </p:pic>
        <p:pic>
          <p:nvPicPr>
            <p:cNvPr id="5" name="Picture 10" descr="Picture 10"/>
            <p:cNvPicPr>
              <a:picLocks noChangeAspect="1"/>
            </p:cNvPicPr>
            <p:nvPr/>
          </p:nvPicPr>
          <p:blipFill>
            <a:blip r:embed="rId4">
              <a:extLst/>
            </a:blip>
            <a:stretch>
              <a:fillRect/>
            </a:stretch>
          </p:blipFill>
          <p:spPr>
            <a:xfrm>
              <a:off x="11452722" y="3153832"/>
              <a:ext cx="777241" cy="606426"/>
            </a:xfrm>
            <a:prstGeom prst="rect">
              <a:avLst/>
            </a:prstGeom>
            <a:ln w="12700" cap="flat">
              <a:noFill/>
              <a:miter lim="400000"/>
            </a:ln>
            <a:effectLst/>
          </p:spPr>
        </p:pic>
      </p:grpSp>
      <p:sp>
        <p:nvSpPr>
          <p:cNvPr id="7" name="Title Text"/>
          <p:cNvSpPr txBox="1"/>
          <p:nvPr>
            <p:ph type="title"/>
          </p:nvPr>
        </p:nvSpPr>
        <p:spPr>
          <a:xfrm>
            <a:off x="609600" y="92074"/>
            <a:ext cx="10972800" cy="1508127"/>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8" name="Body Level One…"/>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9" name="Slide Number"/>
          <p:cNvSpPr txBox="1"/>
          <p:nvPr>
            <p:ph type="sldNum" sz="quarter" idx="2"/>
          </p:nvPr>
        </p:nvSpPr>
        <p:spPr>
          <a:xfrm>
            <a:off x="10673395" y="5986779"/>
            <a:ext cx="223204" cy="243841"/>
          </a:xfrm>
          <a:prstGeom prst="rect">
            <a:avLst/>
          </a:prstGeom>
          <a:ln w="12700">
            <a:miter lim="400000"/>
          </a:ln>
        </p:spPr>
        <p:txBody>
          <a:bodyPr wrap="none" lIns="45719" rIns="45719" anchor="ctr">
            <a:spAutoFit/>
          </a:bodyPr>
          <a:lstStyle>
            <a:lvl1pPr algn="r">
              <a:defRPr sz="10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 id="2147483660" r:id="rId16"/>
    <p:sldLayoutId id="2147483661" r:id="rId17"/>
    <p:sldLayoutId id="2147483662" r:id="rId18"/>
    <p:sldLayoutId id="2147483663" r:id="rId19"/>
  </p:sldLayoutIdLst>
  <p:transition xmlns:p14="http://schemas.microsoft.com/office/powerpoint/2010/main" spd="med" advClick="1"/>
  <p:txStyles>
    <p:titleStyle>
      <a:lvl1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262626"/>
          </a:solidFill>
          <a:uFillTx/>
          <a:latin typeface="Garamond"/>
          <a:ea typeface="Garamond"/>
          <a:cs typeface="Garamond"/>
          <a:sym typeface="Garamond"/>
        </a:defRPr>
      </a:lvl1pPr>
      <a:lvl2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262626"/>
          </a:solidFill>
          <a:uFillTx/>
          <a:latin typeface="Garamond"/>
          <a:ea typeface="Garamond"/>
          <a:cs typeface="Garamond"/>
          <a:sym typeface="Garamond"/>
        </a:defRPr>
      </a:lvl2pPr>
      <a:lvl3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262626"/>
          </a:solidFill>
          <a:uFillTx/>
          <a:latin typeface="Garamond"/>
          <a:ea typeface="Garamond"/>
          <a:cs typeface="Garamond"/>
          <a:sym typeface="Garamond"/>
        </a:defRPr>
      </a:lvl3pPr>
      <a:lvl4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262626"/>
          </a:solidFill>
          <a:uFillTx/>
          <a:latin typeface="Garamond"/>
          <a:ea typeface="Garamond"/>
          <a:cs typeface="Garamond"/>
          <a:sym typeface="Garamond"/>
        </a:defRPr>
      </a:lvl4pPr>
      <a:lvl5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262626"/>
          </a:solidFill>
          <a:uFillTx/>
          <a:latin typeface="Garamond"/>
          <a:ea typeface="Garamond"/>
          <a:cs typeface="Garamond"/>
          <a:sym typeface="Garamond"/>
        </a:defRPr>
      </a:lvl5pPr>
      <a:lvl6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262626"/>
          </a:solidFill>
          <a:uFillTx/>
          <a:latin typeface="Garamond"/>
          <a:ea typeface="Garamond"/>
          <a:cs typeface="Garamond"/>
          <a:sym typeface="Garamond"/>
        </a:defRPr>
      </a:lvl6pPr>
      <a:lvl7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262626"/>
          </a:solidFill>
          <a:uFillTx/>
          <a:latin typeface="Garamond"/>
          <a:ea typeface="Garamond"/>
          <a:cs typeface="Garamond"/>
          <a:sym typeface="Garamond"/>
        </a:defRPr>
      </a:lvl7pPr>
      <a:lvl8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262626"/>
          </a:solidFill>
          <a:uFillTx/>
          <a:latin typeface="Garamond"/>
          <a:ea typeface="Garamond"/>
          <a:cs typeface="Garamond"/>
          <a:sym typeface="Garamond"/>
        </a:defRPr>
      </a:lvl8pPr>
      <a:lvl9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262626"/>
          </a:solidFill>
          <a:uFillTx/>
          <a:latin typeface="Garamond"/>
          <a:ea typeface="Garamond"/>
          <a:cs typeface="Garamond"/>
          <a:sym typeface="Garamond"/>
        </a:defRPr>
      </a:lvl9pPr>
    </p:titleStyle>
    <p:bodyStyle>
      <a:lvl1pPr marL="285750" marR="0" indent="-285750" algn="l" defTabSz="457200" rtl="0" latinLnBrk="0">
        <a:lnSpc>
          <a:spcPct val="100000"/>
        </a:lnSpc>
        <a:spcBef>
          <a:spcPts val="600"/>
        </a:spcBef>
        <a:spcAft>
          <a:spcPts val="0"/>
        </a:spcAft>
        <a:buClr>
          <a:schemeClr val="accent1"/>
        </a:buClr>
        <a:buSzPct val="115000"/>
        <a:buFont typeface="Arial"/>
        <a:buChar char="•"/>
        <a:tabLst/>
        <a:defRPr b="0" baseline="0" cap="none" i="0" spc="0" strike="noStrike" sz="2400" u="none">
          <a:solidFill>
            <a:srgbClr val="262626"/>
          </a:solidFill>
          <a:uFillTx/>
          <a:latin typeface="Garamond"/>
          <a:ea typeface="Garamond"/>
          <a:cs typeface="Garamond"/>
          <a:sym typeface="Garamond"/>
        </a:defRPr>
      </a:lvl1pPr>
      <a:lvl2pPr marL="800100" marR="0" indent="-342900" algn="l" defTabSz="457200" rtl="0" latinLnBrk="0">
        <a:lnSpc>
          <a:spcPct val="100000"/>
        </a:lnSpc>
        <a:spcBef>
          <a:spcPts val="600"/>
        </a:spcBef>
        <a:spcAft>
          <a:spcPts val="0"/>
        </a:spcAft>
        <a:buClr>
          <a:schemeClr val="accent1"/>
        </a:buClr>
        <a:buSzPct val="115000"/>
        <a:buFont typeface="Arial"/>
        <a:buChar char="•"/>
        <a:tabLst/>
        <a:defRPr b="0" baseline="0" cap="none" i="0" spc="0" strike="noStrike" sz="2400" u="none">
          <a:solidFill>
            <a:srgbClr val="262626"/>
          </a:solidFill>
          <a:uFillTx/>
          <a:latin typeface="Garamond"/>
          <a:ea typeface="Garamond"/>
          <a:cs typeface="Garamond"/>
          <a:sym typeface="Garamond"/>
        </a:defRPr>
      </a:lvl2pPr>
      <a:lvl3pPr marL="1295400" marR="0" indent="-381000" algn="l" defTabSz="457200" rtl="0" latinLnBrk="0">
        <a:lnSpc>
          <a:spcPct val="100000"/>
        </a:lnSpc>
        <a:spcBef>
          <a:spcPts val="600"/>
        </a:spcBef>
        <a:spcAft>
          <a:spcPts val="0"/>
        </a:spcAft>
        <a:buClr>
          <a:schemeClr val="accent1"/>
        </a:buClr>
        <a:buSzPct val="115000"/>
        <a:buFont typeface="Arial"/>
        <a:buChar char="•"/>
        <a:tabLst/>
        <a:defRPr b="0" baseline="0" cap="none" i="0" spc="0" strike="noStrike" sz="2400" u="none">
          <a:solidFill>
            <a:srgbClr val="262626"/>
          </a:solidFill>
          <a:uFillTx/>
          <a:latin typeface="Garamond"/>
          <a:ea typeface="Garamond"/>
          <a:cs typeface="Garamond"/>
          <a:sym typeface="Garamond"/>
        </a:defRPr>
      </a:lvl3pPr>
      <a:lvl4pPr marL="1628775" marR="0" indent="-257175" algn="l" defTabSz="457200" rtl="0" latinLnBrk="0">
        <a:lnSpc>
          <a:spcPct val="100000"/>
        </a:lnSpc>
        <a:spcBef>
          <a:spcPts val="600"/>
        </a:spcBef>
        <a:spcAft>
          <a:spcPts val="0"/>
        </a:spcAft>
        <a:buClr>
          <a:schemeClr val="accent1"/>
        </a:buClr>
        <a:buSzPct val="115000"/>
        <a:buFont typeface="Arial"/>
        <a:buChar char="•"/>
        <a:tabLst/>
        <a:defRPr b="0" baseline="0" cap="none" i="0" spc="0" strike="noStrike" sz="2400" u="none">
          <a:solidFill>
            <a:srgbClr val="262626"/>
          </a:solidFill>
          <a:uFillTx/>
          <a:latin typeface="Garamond"/>
          <a:ea typeface="Garamond"/>
          <a:cs typeface="Garamond"/>
          <a:sym typeface="Garamond"/>
        </a:defRPr>
      </a:lvl4pPr>
      <a:lvl5pPr marL="2122714" marR="0" indent="-293914" algn="l" defTabSz="457200" rtl="0" latinLnBrk="0">
        <a:lnSpc>
          <a:spcPct val="100000"/>
        </a:lnSpc>
        <a:spcBef>
          <a:spcPts val="600"/>
        </a:spcBef>
        <a:spcAft>
          <a:spcPts val="0"/>
        </a:spcAft>
        <a:buClr>
          <a:schemeClr val="accent1"/>
        </a:buClr>
        <a:buSzPct val="115000"/>
        <a:buFont typeface="Arial"/>
        <a:buChar char="•"/>
        <a:tabLst/>
        <a:defRPr b="0" baseline="0" cap="none" i="0" spc="0" strike="noStrike" sz="2400" u="none">
          <a:solidFill>
            <a:srgbClr val="262626"/>
          </a:solidFill>
          <a:uFillTx/>
          <a:latin typeface="Garamond"/>
          <a:ea typeface="Garamond"/>
          <a:cs typeface="Garamond"/>
          <a:sym typeface="Garamond"/>
        </a:defRPr>
      </a:lvl5pPr>
      <a:lvl6pPr marL="2677885" marR="0" indent="-391885" algn="l" defTabSz="457200" rtl="0" latinLnBrk="0">
        <a:lnSpc>
          <a:spcPct val="100000"/>
        </a:lnSpc>
        <a:spcBef>
          <a:spcPts val="600"/>
        </a:spcBef>
        <a:spcAft>
          <a:spcPts val="0"/>
        </a:spcAft>
        <a:buClr>
          <a:schemeClr val="accent1"/>
        </a:buClr>
        <a:buSzPct val="115000"/>
        <a:buFont typeface="Arial"/>
        <a:buChar char="•"/>
        <a:tabLst/>
        <a:defRPr b="0" baseline="0" cap="none" i="0" spc="0" strike="noStrike" sz="2400" u="none">
          <a:solidFill>
            <a:srgbClr val="262626"/>
          </a:solidFill>
          <a:uFillTx/>
          <a:latin typeface="Garamond"/>
          <a:ea typeface="Garamond"/>
          <a:cs typeface="Garamond"/>
          <a:sym typeface="Garamond"/>
        </a:defRPr>
      </a:lvl6pPr>
      <a:lvl7pPr marL="3135085" marR="0" indent="-391885" algn="l" defTabSz="457200" rtl="0" latinLnBrk="0">
        <a:lnSpc>
          <a:spcPct val="100000"/>
        </a:lnSpc>
        <a:spcBef>
          <a:spcPts val="600"/>
        </a:spcBef>
        <a:spcAft>
          <a:spcPts val="0"/>
        </a:spcAft>
        <a:buClr>
          <a:schemeClr val="accent1"/>
        </a:buClr>
        <a:buSzPct val="115000"/>
        <a:buFont typeface="Arial"/>
        <a:buChar char="•"/>
        <a:tabLst/>
        <a:defRPr b="0" baseline="0" cap="none" i="0" spc="0" strike="noStrike" sz="2400" u="none">
          <a:solidFill>
            <a:srgbClr val="262626"/>
          </a:solidFill>
          <a:uFillTx/>
          <a:latin typeface="Garamond"/>
          <a:ea typeface="Garamond"/>
          <a:cs typeface="Garamond"/>
          <a:sym typeface="Garamond"/>
        </a:defRPr>
      </a:lvl7pPr>
      <a:lvl8pPr marL="3592285" marR="0" indent="-391885" algn="l" defTabSz="457200" rtl="0" latinLnBrk="0">
        <a:lnSpc>
          <a:spcPct val="100000"/>
        </a:lnSpc>
        <a:spcBef>
          <a:spcPts val="600"/>
        </a:spcBef>
        <a:spcAft>
          <a:spcPts val="0"/>
        </a:spcAft>
        <a:buClr>
          <a:schemeClr val="accent1"/>
        </a:buClr>
        <a:buSzPct val="115000"/>
        <a:buFont typeface="Arial"/>
        <a:buChar char="•"/>
        <a:tabLst/>
        <a:defRPr b="0" baseline="0" cap="none" i="0" spc="0" strike="noStrike" sz="2400" u="none">
          <a:solidFill>
            <a:srgbClr val="262626"/>
          </a:solidFill>
          <a:uFillTx/>
          <a:latin typeface="Garamond"/>
          <a:ea typeface="Garamond"/>
          <a:cs typeface="Garamond"/>
          <a:sym typeface="Garamond"/>
        </a:defRPr>
      </a:lvl8pPr>
      <a:lvl9pPr marL="4049485" marR="0" indent="-391885" algn="l" defTabSz="457200" rtl="0" latinLnBrk="0">
        <a:lnSpc>
          <a:spcPct val="100000"/>
        </a:lnSpc>
        <a:spcBef>
          <a:spcPts val="600"/>
        </a:spcBef>
        <a:spcAft>
          <a:spcPts val="0"/>
        </a:spcAft>
        <a:buClr>
          <a:schemeClr val="accent1"/>
        </a:buClr>
        <a:buSzPct val="115000"/>
        <a:buFont typeface="Arial"/>
        <a:buChar char="•"/>
        <a:tabLst/>
        <a:defRPr b="0" baseline="0" cap="none" i="0" spc="0" strike="noStrike" sz="2400" u="none">
          <a:solidFill>
            <a:srgbClr val="262626"/>
          </a:solidFill>
          <a:uFillTx/>
          <a:latin typeface="Garamond"/>
          <a:ea typeface="Garamond"/>
          <a:cs typeface="Garamond"/>
          <a:sym typeface="Garamond"/>
        </a:defRPr>
      </a:lvl9pPr>
    </p:bodyStyle>
    <p:otherStyle>
      <a:lvl1pPr marL="0" marR="0" indent="0" algn="r" defTabSz="4572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Garamond"/>
        </a:defRPr>
      </a:lvl1pPr>
      <a:lvl2pPr marL="0" marR="0" indent="457200" algn="r" defTabSz="4572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Garamond"/>
        </a:defRPr>
      </a:lvl2pPr>
      <a:lvl3pPr marL="0" marR="0" indent="914400" algn="r" defTabSz="4572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Garamond"/>
        </a:defRPr>
      </a:lvl3pPr>
      <a:lvl4pPr marL="0" marR="0" indent="1371600" algn="r" defTabSz="4572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Garamond"/>
        </a:defRPr>
      </a:lvl4pPr>
      <a:lvl5pPr marL="0" marR="0" indent="1828800" algn="r" defTabSz="4572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Garamond"/>
        </a:defRPr>
      </a:lvl5pPr>
      <a:lvl6pPr marL="0" marR="0" indent="2286000" algn="r" defTabSz="4572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Garamond"/>
        </a:defRPr>
      </a:lvl6pPr>
      <a:lvl7pPr marL="0" marR="0" indent="2743200" algn="r" defTabSz="4572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Garamond"/>
        </a:defRPr>
      </a:lvl7pPr>
      <a:lvl8pPr marL="0" marR="0" indent="3200400" algn="r" defTabSz="4572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Garamond"/>
        </a:defRPr>
      </a:lvl8pPr>
      <a:lvl9pPr marL="0" marR="0" indent="3657600" algn="r" defTabSz="4572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Garamond"/>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s>

</file>

<file path=ppt/slides/_rels/slide12.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6.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2" name="Title 1"/>
          <p:cNvSpPr txBox="1"/>
          <p:nvPr>
            <p:ph type="title"/>
          </p:nvPr>
        </p:nvSpPr>
        <p:spPr>
          <a:xfrm>
            <a:off x="2761420" y="672622"/>
            <a:ext cx="6557920" cy="1334203"/>
          </a:xfrm>
          <a:prstGeom prst="rect">
            <a:avLst/>
          </a:prstGeom>
        </p:spPr>
        <p:txBody>
          <a:bodyPr/>
          <a:lstStyle>
            <a:lvl1pPr>
              <a:defRPr b="1" sz="3900">
                <a:solidFill>
                  <a:srgbClr val="002060"/>
                </a:solidFill>
                <a:latin typeface="Times New Roman"/>
                <a:ea typeface="Times New Roman"/>
                <a:cs typeface="Times New Roman"/>
                <a:sym typeface="Times New Roman"/>
              </a:defRPr>
            </a:lvl1pPr>
          </a:lstStyle>
          <a:p>
            <a:pPr/>
            <a:r>
              <a:t>RVR &amp; JC COLLEGE OF ENGINEERNG</a:t>
            </a:r>
          </a:p>
        </p:txBody>
      </p:sp>
      <p:pic>
        <p:nvPicPr>
          <p:cNvPr id="233" name="Picture 3" descr="Picture 3"/>
          <p:cNvPicPr>
            <a:picLocks noChangeAspect="1"/>
          </p:cNvPicPr>
          <p:nvPr/>
        </p:nvPicPr>
        <p:blipFill>
          <a:blip r:embed="rId2">
            <a:extLst/>
          </a:blip>
          <a:stretch>
            <a:fillRect/>
          </a:stretch>
        </p:blipFill>
        <p:spPr>
          <a:xfrm>
            <a:off x="1017053" y="672622"/>
            <a:ext cx="1335351" cy="1401589"/>
          </a:xfrm>
          <a:prstGeom prst="rect">
            <a:avLst/>
          </a:prstGeom>
          <a:ln w="12700">
            <a:miter lim="400000"/>
          </a:ln>
        </p:spPr>
      </p:pic>
      <p:sp>
        <p:nvSpPr>
          <p:cNvPr id="234" name="TextBox 6"/>
          <p:cNvSpPr txBox="1"/>
          <p:nvPr/>
        </p:nvSpPr>
        <p:spPr>
          <a:xfrm>
            <a:off x="1951185" y="2788049"/>
            <a:ext cx="8611404" cy="66676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4000">
                <a:latin typeface="Times New Roman"/>
                <a:ea typeface="Times New Roman"/>
                <a:cs typeface="Times New Roman"/>
                <a:sym typeface="Times New Roman"/>
              </a:defRPr>
            </a:lvl1pPr>
          </a:lstStyle>
          <a:p>
            <a:pPr/>
            <a:r>
              <a:t>Learn-Flow (AI-Powered Study assistant)</a:t>
            </a:r>
          </a:p>
        </p:txBody>
      </p:sp>
      <p:sp>
        <p:nvSpPr>
          <p:cNvPr id="235" name="TextBox 7"/>
          <p:cNvSpPr txBox="1"/>
          <p:nvPr/>
        </p:nvSpPr>
        <p:spPr>
          <a:xfrm>
            <a:off x="5092077" y="3617138"/>
            <a:ext cx="1891864" cy="482735"/>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800">
                <a:latin typeface="Times New Roman"/>
                <a:ea typeface="Times New Roman"/>
                <a:cs typeface="Times New Roman"/>
                <a:sym typeface="Times New Roman"/>
              </a:defRPr>
            </a:lvl1pPr>
          </a:lstStyle>
          <a:p>
            <a:pPr/>
            <a:r>
              <a:t>Mini Project</a:t>
            </a:r>
          </a:p>
        </p:txBody>
      </p:sp>
      <p:sp>
        <p:nvSpPr>
          <p:cNvPr id="236" name="TextBox 8"/>
          <p:cNvSpPr txBox="1"/>
          <p:nvPr/>
        </p:nvSpPr>
        <p:spPr>
          <a:xfrm>
            <a:off x="1951185" y="4564262"/>
            <a:ext cx="3942902" cy="1148530"/>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defRPr>
                <a:latin typeface="Times New Roman"/>
                <a:ea typeface="Times New Roman"/>
                <a:cs typeface="Times New Roman"/>
                <a:sym typeface="Times New Roman"/>
              </a:defRPr>
            </a:pPr>
            <a:r>
              <a:t>Team : </a:t>
            </a:r>
          </a:p>
          <a:p>
            <a:pPr marL="285750" indent="-285750">
              <a:buSzPct val="100000"/>
              <a:buFont typeface="Arial"/>
              <a:buChar char="•"/>
              <a:defRPr>
                <a:latin typeface="Times New Roman"/>
                <a:ea typeface="Times New Roman"/>
                <a:cs typeface="Times New Roman"/>
                <a:sym typeface="Times New Roman"/>
              </a:defRPr>
            </a:pPr>
            <a:r>
              <a:t>Mandava Pardha Saradhi (Y23CD114)</a:t>
            </a:r>
          </a:p>
          <a:p>
            <a:pPr marL="285750" indent="-285750">
              <a:buSzPct val="100000"/>
              <a:buFont typeface="Arial"/>
              <a:buChar char="•"/>
              <a:defRPr>
                <a:latin typeface="Times New Roman"/>
                <a:ea typeface="Times New Roman"/>
                <a:cs typeface="Times New Roman"/>
                <a:sym typeface="Times New Roman"/>
              </a:defRPr>
            </a:pPr>
            <a:r>
              <a:t>Kambampati Sridhar (Y23CD081)</a:t>
            </a:r>
          </a:p>
          <a:p>
            <a:pPr marL="285750" indent="-285750">
              <a:buSzPct val="100000"/>
              <a:buFont typeface="Arial"/>
              <a:buChar char="•"/>
              <a:defRPr>
                <a:latin typeface="Times New Roman"/>
                <a:ea typeface="Times New Roman"/>
                <a:cs typeface="Times New Roman"/>
                <a:sym typeface="Times New Roman"/>
              </a:defRPr>
            </a:pPr>
            <a:r>
              <a:t>Jagarlamudi Rohith (Y23CD069)</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8" name="Title 1"/>
          <p:cNvSpPr txBox="1"/>
          <p:nvPr>
            <p:ph type="title"/>
          </p:nvPr>
        </p:nvSpPr>
        <p:spPr>
          <a:xfrm>
            <a:off x="1295400" y="1411010"/>
            <a:ext cx="9771806" cy="708557"/>
          </a:xfrm>
          <a:prstGeom prst="rect">
            <a:avLst/>
          </a:prstGeom>
        </p:spPr>
        <p:txBody>
          <a:bodyPr/>
          <a:lstStyle>
            <a:lvl1pPr>
              <a:defRPr sz="3400">
                <a:solidFill>
                  <a:srgbClr val="000000"/>
                </a:solidFill>
                <a:latin typeface="Times New Roman"/>
                <a:ea typeface="Times New Roman"/>
                <a:cs typeface="Times New Roman"/>
                <a:sym typeface="Times New Roman"/>
              </a:defRPr>
            </a:lvl1pPr>
          </a:lstStyle>
          <a:p>
            <a:pPr/>
            <a:r>
              <a:t>INTRODUCTION</a:t>
            </a:r>
          </a:p>
        </p:txBody>
      </p:sp>
      <p:sp>
        <p:nvSpPr>
          <p:cNvPr id="239" name="Content Placeholder 2"/>
          <p:cNvSpPr txBox="1"/>
          <p:nvPr>
            <p:ph type="body" sz="half" idx="1"/>
          </p:nvPr>
        </p:nvSpPr>
        <p:spPr>
          <a:xfrm>
            <a:off x="1389807" y="2723364"/>
            <a:ext cx="9412386" cy="2397262"/>
          </a:xfrm>
          <a:prstGeom prst="rect">
            <a:avLst/>
          </a:prstGeom>
        </p:spPr>
        <p:txBody>
          <a:bodyPr/>
          <a:lstStyle>
            <a:lvl1pPr marL="0" indent="0">
              <a:buSzTx/>
              <a:buNone/>
              <a:defRPr sz="2800">
                <a:solidFill>
                  <a:srgbClr val="000000"/>
                </a:solidFill>
                <a:latin typeface="Times New Roman"/>
                <a:ea typeface="Times New Roman"/>
                <a:cs typeface="Times New Roman"/>
                <a:sym typeface="Times New Roman"/>
              </a:defRPr>
            </a:lvl1pPr>
          </a:lstStyle>
          <a:p>
            <a:pPr/>
            <a:r>
              <a:t>The AI-Powered Study Assistant is a web-based intelligent learning platform designed to help students study more effectively. The system allows students to upload PDF study materials, from which it automatically extracts content and generates flashcards and quizzes using Artificial Intelligence.</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1" name="TextBox 1"/>
          <p:cNvSpPr txBox="1"/>
          <p:nvPr/>
        </p:nvSpPr>
        <p:spPr>
          <a:xfrm>
            <a:off x="1252660" y="1253846"/>
            <a:ext cx="2643669" cy="45841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600">
                <a:latin typeface="Times New Roman"/>
                <a:ea typeface="Times New Roman"/>
                <a:cs typeface="Times New Roman"/>
                <a:sym typeface="Times New Roman"/>
              </a:defRPr>
            </a:lvl1pPr>
          </a:lstStyle>
          <a:p>
            <a:pPr/>
            <a:r>
              <a:t>Existing System :</a:t>
            </a:r>
          </a:p>
        </p:txBody>
      </p:sp>
      <p:sp>
        <p:nvSpPr>
          <p:cNvPr id="242" name="TextBox 3"/>
          <p:cNvSpPr txBox="1"/>
          <p:nvPr/>
        </p:nvSpPr>
        <p:spPr>
          <a:xfrm>
            <a:off x="1252661" y="1956268"/>
            <a:ext cx="9686678" cy="3380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200">
                <a:latin typeface="Times New Roman"/>
                <a:ea typeface="Times New Roman"/>
                <a:cs typeface="Times New Roman"/>
                <a:sym typeface="Times New Roman"/>
              </a:defRPr>
            </a:pPr>
            <a:r>
              <a:t>In the existing system, students manually read textbooks or PDFs and prepare notes on their own. Revision is not adaptive, and doubts are resolved by searching the internet, which is time-consuming and inefficient.</a:t>
            </a:r>
          </a:p>
          <a:p>
            <a:pPr>
              <a:defRPr sz="2200">
                <a:latin typeface="Times New Roman"/>
                <a:ea typeface="Times New Roman"/>
                <a:cs typeface="Times New Roman"/>
                <a:sym typeface="Times New Roman"/>
              </a:defRPr>
            </a:pPr>
          </a:p>
          <a:p>
            <a:pPr>
              <a:defRPr b="1" sz="2200">
                <a:latin typeface="Times New Roman"/>
                <a:ea typeface="Times New Roman"/>
                <a:cs typeface="Times New Roman"/>
                <a:sym typeface="Times New Roman"/>
              </a:defRPr>
            </a:pPr>
            <a:r>
              <a:t>Drawbacks of the existing system:</a:t>
            </a:r>
          </a:p>
          <a:p>
            <a:pPr>
              <a:defRPr sz="2200">
                <a:latin typeface="Times New Roman"/>
                <a:ea typeface="Times New Roman"/>
                <a:cs typeface="Times New Roman"/>
                <a:sym typeface="Times New Roman"/>
              </a:defRPr>
            </a:pPr>
          </a:p>
          <a:p>
            <a:pPr lvl="1" marL="800100" indent="-342900">
              <a:buSzPct val="100000"/>
              <a:buFont typeface="Arial"/>
              <a:buChar char="•"/>
              <a:defRPr sz="2200">
                <a:latin typeface="Times New Roman"/>
                <a:ea typeface="Times New Roman"/>
                <a:cs typeface="Times New Roman"/>
                <a:sym typeface="Times New Roman"/>
              </a:defRPr>
            </a:pPr>
            <a:r>
              <a:t>Manual and repetitive work</a:t>
            </a:r>
          </a:p>
          <a:p>
            <a:pPr lvl="1" marL="800100" indent="-342900">
              <a:buSzPct val="100000"/>
              <a:buFont typeface="Arial"/>
              <a:buChar char="•"/>
              <a:defRPr sz="2200">
                <a:latin typeface="Times New Roman"/>
                <a:ea typeface="Times New Roman"/>
                <a:cs typeface="Times New Roman"/>
                <a:sym typeface="Times New Roman"/>
              </a:defRPr>
            </a:pPr>
            <a:r>
              <a:t>No personalised revision</a:t>
            </a:r>
          </a:p>
          <a:p>
            <a:pPr lvl="1" marL="800100" indent="-342900">
              <a:buSzPct val="100000"/>
              <a:buFont typeface="Arial"/>
              <a:buChar char="•"/>
              <a:defRPr sz="2200">
                <a:latin typeface="Times New Roman"/>
                <a:ea typeface="Times New Roman"/>
                <a:cs typeface="Times New Roman"/>
                <a:sym typeface="Times New Roman"/>
              </a:defRPr>
            </a:pPr>
            <a:r>
              <a:t>No intelligent doubt support</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4" name="TextBox 1"/>
          <p:cNvSpPr txBox="1"/>
          <p:nvPr/>
        </p:nvSpPr>
        <p:spPr>
          <a:xfrm>
            <a:off x="1218545" y="1245654"/>
            <a:ext cx="2702853" cy="458413"/>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600">
                <a:latin typeface="Times New Roman"/>
                <a:ea typeface="Times New Roman"/>
                <a:cs typeface="Times New Roman"/>
                <a:sym typeface="Times New Roman"/>
              </a:defRPr>
            </a:lvl1pPr>
          </a:lstStyle>
          <a:p>
            <a:pPr/>
            <a:r>
              <a:t>Proposed System :</a:t>
            </a:r>
          </a:p>
        </p:txBody>
      </p:sp>
      <p:sp>
        <p:nvSpPr>
          <p:cNvPr id="245" name="TextBox 2"/>
          <p:cNvSpPr txBox="1"/>
          <p:nvPr/>
        </p:nvSpPr>
        <p:spPr>
          <a:xfrm>
            <a:off x="1218544" y="2098669"/>
            <a:ext cx="9187194" cy="37117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200">
                <a:latin typeface="Times New Roman"/>
                <a:ea typeface="Times New Roman"/>
                <a:cs typeface="Times New Roman"/>
                <a:sym typeface="Times New Roman"/>
              </a:defRPr>
            </a:pPr>
            <a:r>
              <a:t>The proposed system automates the learning process by allowing students to upload PDFs directly. The system extracts content, generates flashcards, schedules revisions intelligently, and provides AI-based doubt resolution within the same platform.</a:t>
            </a:r>
          </a:p>
          <a:p>
            <a:pPr>
              <a:defRPr sz="2200">
                <a:latin typeface="Times New Roman"/>
                <a:ea typeface="Times New Roman"/>
                <a:cs typeface="Times New Roman"/>
                <a:sym typeface="Times New Roman"/>
              </a:defRPr>
            </a:pPr>
          </a:p>
          <a:p>
            <a:pPr>
              <a:defRPr b="1" sz="2200">
                <a:latin typeface="Times New Roman"/>
                <a:ea typeface="Times New Roman"/>
                <a:cs typeface="Times New Roman"/>
                <a:sym typeface="Times New Roman"/>
              </a:defRPr>
            </a:pPr>
            <a:r>
              <a:t>Main advantages:</a:t>
            </a:r>
          </a:p>
          <a:p>
            <a:pPr>
              <a:defRPr sz="2200">
                <a:latin typeface="Times New Roman"/>
                <a:ea typeface="Times New Roman"/>
                <a:cs typeface="Times New Roman"/>
                <a:sym typeface="Times New Roman"/>
              </a:defRPr>
            </a:pPr>
          </a:p>
          <a:p>
            <a:pPr lvl="1" marL="742950" indent="-285750">
              <a:buSzPct val="100000"/>
              <a:buFont typeface="Arial"/>
              <a:buChar char="•"/>
              <a:defRPr sz="2200">
                <a:latin typeface="Times New Roman"/>
                <a:ea typeface="Times New Roman"/>
                <a:cs typeface="Times New Roman"/>
                <a:sym typeface="Times New Roman"/>
              </a:defRPr>
            </a:pPr>
            <a:r>
              <a:t>Fully automated content generation</a:t>
            </a:r>
          </a:p>
          <a:p>
            <a:pPr lvl="1" marL="742950" indent="-285750">
              <a:buSzPct val="100000"/>
              <a:buFont typeface="Arial"/>
              <a:buChar char="•"/>
              <a:defRPr sz="2200">
                <a:latin typeface="Times New Roman"/>
                <a:ea typeface="Times New Roman"/>
                <a:cs typeface="Times New Roman"/>
                <a:sym typeface="Times New Roman"/>
              </a:defRPr>
            </a:pPr>
            <a:r>
              <a:t>AI-powered doubt clarification</a:t>
            </a:r>
          </a:p>
          <a:p>
            <a:pPr lvl="1" marL="742950" indent="-285750">
              <a:buSzPct val="100000"/>
              <a:buFont typeface="Arial"/>
              <a:buChar char="•"/>
              <a:defRPr sz="2200">
                <a:latin typeface="Times New Roman"/>
                <a:ea typeface="Times New Roman"/>
                <a:cs typeface="Times New Roman"/>
                <a:sym typeface="Times New Roman"/>
              </a:defRPr>
            </a:pPr>
            <a:r>
              <a:t>Easy to use</a:t>
            </a:r>
          </a:p>
          <a:p>
            <a:pPr lvl="1" marL="742950" indent="-285750">
              <a:buSzPct val="100000"/>
              <a:buFont typeface="Arial"/>
              <a:buChar char="•"/>
              <a:defRPr sz="2200">
                <a:latin typeface="Times New Roman"/>
                <a:ea typeface="Times New Roman"/>
                <a:cs typeface="Times New Roman"/>
                <a:sym typeface="Times New Roman"/>
              </a:defRPr>
            </a:pPr>
            <a:r>
              <a:t>Helpful for revision</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7" name="TextBox 1"/>
          <p:cNvSpPr txBox="1"/>
          <p:nvPr/>
        </p:nvSpPr>
        <p:spPr>
          <a:xfrm>
            <a:off x="1220178" y="1769334"/>
            <a:ext cx="9644759" cy="140037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200">
                <a:latin typeface="Times New Roman"/>
                <a:ea typeface="Times New Roman"/>
                <a:cs typeface="Times New Roman"/>
                <a:sym typeface="Times New Roman"/>
              </a:defRPr>
            </a:lvl1pPr>
          </a:lstStyle>
          <a:p>
            <a:pPr/>
            <a:r>
              <a:t>The system is mainly designed for college and university students. It is also useful for competitive exam aspirants and self-learners who study through online resources. In the future, educational institutions can adopt this platform to enhance digital learning environments.</a:t>
            </a:r>
          </a:p>
        </p:txBody>
      </p:sp>
      <p:sp>
        <p:nvSpPr>
          <p:cNvPr id="248" name="TextBox 2"/>
          <p:cNvSpPr txBox="1"/>
          <p:nvPr/>
        </p:nvSpPr>
        <p:spPr>
          <a:xfrm>
            <a:off x="1220179" y="1181437"/>
            <a:ext cx="2433276" cy="458413"/>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600">
                <a:latin typeface="Times New Roman"/>
                <a:ea typeface="Times New Roman"/>
                <a:cs typeface="Times New Roman"/>
                <a:sym typeface="Times New Roman"/>
              </a:defRPr>
            </a:lvl1pPr>
          </a:lstStyle>
          <a:p>
            <a:pPr/>
            <a:r>
              <a:t>Potential Users :</a:t>
            </a:r>
          </a:p>
        </p:txBody>
      </p:sp>
      <p:sp>
        <p:nvSpPr>
          <p:cNvPr id="249" name="TextBox 3"/>
          <p:cNvSpPr txBox="1"/>
          <p:nvPr/>
        </p:nvSpPr>
        <p:spPr>
          <a:xfrm>
            <a:off x="1220178" y="3429000"/>
            <a:ext cx="3909329" cy="40977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200">
                <a:latin typeface="Times New Roman"/>
                <a:ea typeface="Times New Roman"/>
                <a:cs typeface="Times New Roman"/>
                <a:sym typeface="Times New Roman"/>
              </a:defRPr>
            </a:lvl1pPr>
          </a:lstStyle>
          <a:p>
            <a:pPr/>
            <a:r>
              <a:t>Unique Features of the System :</a:t>
            </a:r>
          </a:p>
        </p:txBody>
      </p:sp>
      <p:sp>
        <p:nvSpPr>
          <p:cNvPr id="250" name="TextBox 10"/>
          <p:cNvSpPr txBox="1"/>
          <p:nvPr/>
        </p:nvSpPr>
        <p:spPr>
          <a:xfrm>
            <a:off x="1546046" y="4129237"/>
            <a:ext cx="4809036" cy="107017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85750" indent="-285750">
              <a:buSzPct val="100000"/>
              <a:buFont typeface="Arial"/>
              <a:buChar char="•"/>
              <a:defRPr sz="2200">
                <a:latin typeface="Times New Roman"/>
                <a:ea typeface="Times New Roman"/>
                <a:cs typeface="Times New Roman"/>
                <a:sym typeface="Times New Roman"/>
              </a:defRPr>
            </a:pPr>
            <a:r>
              <a:t>AI-generated flashcards and quizzes</a:t>
            </a:r>
          </a:p>
          <a:p>
            <a:pPr marL="285750" indent="-285750">
              <a:buSzPct val="100000"/>
              <a:buFont typeface="Arial"/>
              <a:buChar char="•"/>
              <a:defRPr sz="2200">
                <a:latin typeface="Times New Roman"/>
                <a:ea typeface="Times New Roman"/>
                <a:cs typeface="Times New Roman"/>
                <a:sym typeface="Times New Roman"/>
              </a:defRPr>
            </a:pPr>
            <a:r>
              <a:t>Context-aware doubt solving</a:t>
            </a:r>
          </a:p>
          <a:p>
            <a:pPr marL="285750" indent="-285750">
              <a:buSzPct val="100000"/>
              <a:buFont typeface="Arial"/>
              <a:buChar char="•"/>
              <a:defRPr sz="2200">
                <a:latin typeface="Times New Roman"/>
                <a:ea typeface="Times New Roman"/>
                <a:cs typeface="Times New Roman"/>
                <a:sym typeface="Times New Roman"/>
              </a:defRPr>
            </a:pPr>
            <a:r>
              <a:t>Performance-based repetition</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2" name="TextBox 1"/>
          <p:cNvSpPr txBox="1"/>
          <p:nvPr/>
        </p:nvSpPr>
        <p:spPr>
          <a:xfrm>
            <a:off x="1308568" y="1061127"/>
            <a:ext cx="3445333" cy="421393"/>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Times New Roman"/>
                <a:ea typeface="Times New Roman"/>
                <a:cs typeface="Times New Roman"/>
                <a:sym typeface="Times New Roman"/>
              </a:defRPr>
            </a:lvl1pPr>
          </a:lstStyle>
          <a:p>
            <a:pPr/>
            <a:r>
              <a:t>Demand for the Product :</a:t>
            </a:r>
          </a:p>
        </p:txBody>
      </p:sp>
      <p:sp>
        <p:nvSpPr>
          <p:cNvPr id="253" name="TextBox 2"/>
          <p:cNvSpPr txBox="1"/>
          <p:nvPr/>
        </p:nvSpPr>
        <p:spPr>
          <a:xfrm>
            <a:off x="1308568" y="1746872"/>
            <a:ext cx="9016722" cy="2694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000">
                <a:latin typeface="Times New Roman"/>
                <a:ea typeface="Times New Roman"/>
                <a:cs typeface="Times New Roman"/>
                <a:sym typeface="Times New Roman"/>
              </a:defRPr>
            </a:pPr>
            <a:r>
              <a:t>With the rapid growth of digital education, students need tools that reduce study time and improve learning efficiency. AI-based personalised learning platforms are increasingly in demand.</a:t>
            </a:r>
          </a:p>
          <a:p>
            <a:pPr>
              <a:defRPr sz="2000">
                <a:latin typeface="Times New Roman"/>
                <a:ea typeface="Times New Roman"/>
                <a:cs typeface="Times New Roman"/>
                <a:sym typeface="Times New Roman"/>
              </a:defRPr>
            </a:pPr>
          </a:p>
          <a:p>
            <a:pPr>
              <a:defRPr b="1" sz="2000">
                <a:latin typeface="Times New Roman"/>
                <a:ea typeface="Times New Roman"/>
                <a:cs typeface="Times New Roman"/>
                <a:sym typeface="Times New Roman"/>
              </a:defRPr>
            </a:pPr>
            <a:r>
              <a:t>Reasons for high demand:</a:t>
            </a:r>
          </a:p>
          <a:p>
            <a:pPr marL="342900" indent="-342900">
              <a:buSzPct val="100000"/>
              <a:buFont typeface="Arial"/>
              <a:buChar char="•"/>
              <a:defRPr sz="2000">
                <a:latin typeface="Times New Roman"/>
                <a:ea typeface="Times New Roman"/>
                <a:cs typeface="Times New Roman"/>
                <a:sym typeface="Times New Roman"/>
              </a:defRPr>
            </a:pPr>
            <a:r>
              <a:t>Growth of online education</a:t>
            </a:r>
          </a:p>
          <a:p>
            <a:pPr marL="342900" indent="-342900">
              <a:buSzPct val="100000"/>
              <a:buFont typeface="Arial"/>
              <a:buChar char="•"/>
              <a:defRPr sz="2000">
                <a:latin typeface="Times New Roman"/>
                <a:ea typeface="Times New Roman"/>
                <a:cs typeface="Times New Roman"/>
                <a:sym typeface="Times New Roman"/>
              </a:defRPr>
            </a:pPr>
            <a:r>
              <a:t>Competitive academic environment</a:t>
            </a:r>
          </a:p>
          <a:p>
            <a:pPr marL="342900" indent="-342900">
              <a:buSzPct val="100000"/>
              <a:buFont typeface="Arial"/>
              <a:buChar char="•"/>
              <a:defRPr sz="2000">
                <a:latin typeface="Times New Roman"/>
                <a:ea typeface="Times New Roman"/>
                <a:cs typeface="Times New Roman"/>
                <a:sym typeface="Times New Roman"/>
              </a:defRPr>
            </a:pPr>
            <a:r>
              <a:t>Need for smart study tools</a:t>
            </a:r>
          </a:p>
        </p:txBody>
      </p:sp>
      <p:sp>
        <p:nvSpPr>
          <p:cNvPr id="254" name="TextBox 3"/>
          <p:cNvSpPr txBox="1"/>
          <p:nvPr/>
        </p:nvSpPr>
        <p:spPr>
          <a:xfrm>
            <a:off x="1369679" y="4578415"/>
            <a:ext cx="9513753" cy="129985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2400">
                <a:latin typeface="Times New Roman"/>
                <a:ea typeface="Times New Roman"/>
                <a:cs typeface="Times New Roman"/>
                <a:sym typeface="Times New Roman"/>
              </a:defRPr>
            </a:pPr>
            <a:r>
              <a:t>Protection of Idea :</a:t>
            </a:r>
          </a:p>
          <a:p>
            <a:pPr>
              <a:defRPr sz="2000">
                <a:latin typeface="Times New Roman"/>
                <a:ea typeface="Times New Roman"/>
                <a:cs typeface="Times New Roman"/>
                <a:sym typeface="Times New Roman"/>
              </a:defRPr>
            </a:pPr>
            <a:r>
              <a:t>The idea and implementation of the project are protected through secure authentication, controlled access, and proper code ownership.</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6" name="TextBox 3"/>
          <p:cNvSpPr txBox="1"/>
          <p:nvPr/>
        </p:nvSpPr>
        <p:spPr>
          <a:xfrm>
            <a:off x="1035644" y="1076758"/>
            <a:ext cx="10120712" cy="4460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2000">
                <a:latin typeface="Times New Roman"/>
                <a:ea typeface="Times New Roman"/>
                <a:cs typeface="Times New Roman"/>
                <a:sym typeface="Times New Roman"/>
              </a:defRPr>
            </a:pPr>
            <a:r>
              <a:t>Review Findings : </a:t>
            </a:r>
          </a:p>
          <a:p>
            <a:pPr>
              <a:defRPr b="1" sz="2000">
                <a:latin typeface="Times New Roman"/>
                <a:ea typeface="Times New Roman"/>
                <a:cs typeface="Times New Roman"/>
                <a:sym typeface="Times New Roman"/>
              </a:defRPr>
            </a:pPr>
          </a:p>
          <a:p>
            <a:pPr lvl="2" marL="736600" indent="-317500">
              <a:spcBef>
                <a:spcPts val="1200"/>
              </a:spcBef>
              <a:buSzPct val="100000"/>
              <a:buFont typeface="Times Roman"/>
              <a:buChar char="•"/>
              <a:defRPr sz="2000">
                <a:latin typeface="Times Roman"/>
                <a:ea typeface="Times Roman"/>
                <a:cs typeface="Times Roman"/>
                <a:sym typeface="Times Roman"/>
              </a:defRPr>
            </a:pPr>
            <a:r>
              <a:t>Existing learning systems lack </a:t>
            </a:r>
            <a:r>
              <a:rPr b="1"/>
              <a:t>automation and personalisation</a:t>
            </a:r>
            <a:r>
              <a:t>, relying heavily on manual processes.</a:t>
            </a:r>
          </a:p>
          <a:p>
            <a:pPr lvl="2" marL="736600" indent="-317500">
              <a:spcBef>
                <a:spcPts val="1200"/>
              </a:spcBef>
              <a:buSzPct val="100000"/>
              <a:buFont typeface="Times Roman"/>
              <a:buChar char="•"/>
              <a:defRPr sz="2000">
                <a:latin typeface="Times Roman"/>
                <a:ea typeface="Times Roman"/>
                <a:cs typeface="Times Roman"/>
                <a:sym typeface="Times Roman"/>
              </a:defRPr>
            </a:pPr>
            <a:r>
              <a:t>Manual study tools are </a:t>
            </a:r>
            <a:r>
              <a:rPr b="1"/>
              <a:t>time-consuming</a:t>
            </a:r>
            <a:r>
              <a:t> and do not adapt to individual learning patterns.</a:t>
            </a:r>
          </a:p>
          <a:p>
            <a:pPr lvl="2" marL="736600" indent="-317500">
              <a:spcBef>
                <a:spcPts val="1200"/>
              </a:spcBef>
              <a:buSzPct val="100000"/>
              <a:buFont typeface="Times Roman"/>
              <a:buChar char="•"/>
              <a:defRPr sz="2000">
                <a:latin typeface="Times Roman"/>
                <a:ea typeface="Times Roman"/>
                <a:cs typeface="Times Roman"/>
                <a:sym typeface="Times Roman"/>
              </a:defRPr>
            </a:pPr>
            <a:r>
              <a:t>There is a clear need for an </a:t>
            </a:r>
            <a:r>
              <a:rPr b="1"/>
              <a:t>end-to-end automated system</a:t>
            </a:r>
            <a:r>
              <a:t> that supports intelligent content generation and revision.</a:t>
            </a:r>
            <a:endParaRPr>
              <a:latin typeface="Times New Roman"/>
              <a:ea typeface="Times New Roman"/>
              <a:cs typeface="Times New Roman"/>
              <a:sym typeface="Times New Roman"/>
            </a:endParaRPr>
          </a:p>
          <a:p>
            <a:pPr>
              <a:defRPr b="1" sz="2000">
                <a:latin typeface="Times New Roman"/>
                <a:ea typeface="Times New Roman"/>
                <a:cs typeface="Times New Roman"/>
                <a:sym typeface="Times New Roman"/>
              </a:defRPr>
            </a:pPr>
            <a:r>
              <a:t>Objectives of the System :</a:t>
            </a:r>
          </a:p>
          <a:p>
            <a:pPr>
              <a:defRPr b="1" sz="2000">
                <a:latin typeface="Times New Roman"/>
                <a:ea typeface="Times New Roman"/>
                <a:cs typeface="Times New Roman"/>
                <a:sym typeface="Times New Roman"/>
              </a:defRPr>
            </a:pPr>
          </a:p>
          <a:p>
            <a:pPr lvl="1" marL="501315" indent="-120315">
              <a:spcBef>
                <a:spcPts val="1200"/>
              </a:spcBef>
              <a:buSzPct val="100000"/>
              <a:buChar char="•"/>
              <a:defRPr sz="2000">
                <a:latin typeface="Times Roman"/>
                <a:ea typeface="Times Roman"/>
                <a:cs typeface="Times Roman"/>
                <a:sym typeface="Times Roman"/>
              </a:defRPr>
            </a:pPr>
            <a:r>
              <a:t>To </a:t>
            </a:r>
            <a:r>
              <a:rPr b="1"/>
              <a:t>automate the learning process</a:t>
            </a:r>
            <a:r>
              <a:t> and reduce the manual workload of students.</a:t>
            </a:r>
          </a:p>
          <a:p>
            <a:pPr lvl="1" marL="501315" indent="-120315">
              <a:spcBef>
                <a:spcPts val="1200"/>
              </a:spcBef>
              <a:buSzPct val="100000"/>
              <a:buChar char="•"/>
              <a:defRPr sz="2000">
                <a:latin typeface="Times Roman"/>
                <a:ea typeface="Times Roman"/>
                <a:cs typeface="Times Roman"/>
                <a:sym typeface="Times Roman"/>
              </a:defRPr>
            </a:pPr>
            <a:r>
              <a:t>To </a:t>
            </a:r>
            <a:r>
              <a:rPr b="1"/>
              <a:t>improve memory retention</a:t>
            </a:r>
            <a:r>
              <a:t> through AI-generated learning content and revision aids.</a:t>
            </a:r>
          </a:p>
          <a:p>
            <a:pPr lvl="1" marL="501315" indent="-120315">
              <a:spcBef>
                <a:spcPts val="1200"/>
              </a:spcBef>
              <a:buSzPct val="100000"/>
              <a:buChar char="•"/>
              <a:defRPr sz="2000">
                <a:latin typeface="Times Roman"/>
                <a:ea typeface="Times Roman"/>
                <a:cs typeface="Times Roman"/>
                <a:sym typeface="Times Roman"/>
              </a:defRPr>
            </a:pPr>
            <a:r>
              <a:t>To help students </a:t>
            </a:r>
            <a:r>
              <a:rPr b="1"/>
              <a:t>study efficiently in less time</a:t>
            </a:r>
            <a:r>
              <a:t> by providing instant AI-based clarification.</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8" name="TextBox 2"/>
          <p:cNvSpPr txBox="1"/>
          <p:nvPr/>
        </p:nvSpPr>
        <p:spPr>
          <a:xfrm>
            <a:off x="927057" y="743040"/>
            <a:ext cx="3994460" cy="216967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115833"/>
              </a:lnSpc>
              <a:spcBef>
                <a:spcPts val="800"/>
              </a:spcBef>
              <a:defRPr sz="2200">
                <a:uFill>
                  <a:solidFill>
                    <a:srgbClr val="000000"/>
                  </a:solidFill>
                </a:uFill>
                <a:latin typeface="+mn-lt"/>
                <a:ea typeface="+mn-ea"/>
                <a:cs typeface="+mn-cs"/>
                <a:sym typeface="Aptos"/>
              </a:defRPr>
            </a:pPr>
            <a:r>
              <a:rPr b="1">
                <a:latin typeface="Times New Roman"/>
                <a:ea typeface="Times New Roman"/>
                <a:cs typeface="Times New Roman"/>
                <a:sym typeface="Times New Roman"/>
              </a:rPr>
              <a:t>User Requirements:</a:t>
            </a:r>
            <a:endParaRPr b="1" sz="1400">
              <a:latin typeface="Times New Roman"/>
              <a:ea typeface="Times New Roman"/>
              <a:cs typeface="Times New Roman"/>
              <a:sym typeface="Times New Roman"/>
            </a:endParaRPr>
          </a:p>
          <a:p>
            <a:pPr marL="457200" indent="-228600">
              <a:lnSpc>
                <a:spcPct val="115833"/>
              </a:lnSpc>
              <a:spcBef>
                <a:spcPts val="800"/>
              </a:spcBef>
              <a:buSzPct val="83333"/>
              <a:buFont typeface="Symbol"/>
              <a:buChar char="·"/>
              <a:tabLst>
                <a:tab pos="457200" algn="l"/>
              </a:tabLst>
              <a:defRPr sz="2000">
                <a:uFill>
                  <a:solidFill>
                    <a:srgbClr val="000000"/>
                  </a:solidFill>
                </a:uFill>
                <a:latin typeface="Times New Roman"/>
                <a:ea typeface="Times New Roman"/>
                <a:cs typeface="Times New Roman"/>
                <a:sym typeface="Times New Roman"/>
              </a:defRPr>
            </a:pPr>
            <a:r>
              <a:t>Simple and intuitive interface</a:t>
            </a:r>
          </a:p>
          <a:p>
            <a:pPr marL="457200" indent="-228600">
              <a:lnSpc>
                <a:spcPct val="115833"/>
              </a:lnSpc>
              <a:spcBef>
                <a:spcPts val="800"/>
              </a:spcBef>
              <a:buSzPct val="83333"/>
              <a:buFont typeface="Symbol"/>
              <a:buChar char="·"/>
              <a:tabLst>
                <a:tab pos="457200" algn="l"/>
              </a:tabLst>
              <a:defRPr sz="2000">
                <a:uFill>
                  <a:solidFill>
                    <a:srgbClr val="000000"/>
                  </a:solidFill>
                </a:uFill>
                <a:latin typeface="Times New Roman"/>
                <a:ea typeface="Times New Roman"/>
                <a:cs typeface="Times New Roman"/>
                <a:sym typeface="Times New Roman"/>
              </a:defRPr>
            </a:pPr>
            <a:r>
              <a:t>Fast content generation</a:t>
            </a:r>
          </a:p>
          <a:p>
            <a:pPr marL="457200" indent="-228600">
              <a:lnSpc>
                <a:spcPct val="115833"/>
              </a:lnSpc>
              <a:spcBef>
                <a:spcPts val="800"/>
              </a:spcBef>
              <a:buSzPct val="83333"/>
              <a:buFont typeface="Symbol"/>
              <a:buChar char="·"/>
              <a:tabLst>
                <a:tab pos="457200" algn="l"/>
              </a:tabLst>
              <a:defRPr sz="2000">
                <a:uFill>
                  <a:solidFill>
                    <a:srgbClr val="000000"/>
                  </a:solidFill>
                </a:uFill>
                <a:latin typeface="Times New Roman"/>
                <a:ea typeface="Times New Roman"/>
                <a:cs typeface="Times New Roman"/>
                <a:sym typeface="Times New Roman"/>
              </a:defRPr>
            </a:pPr>
            <a:r>
              <a:t>Accurate AI responses</a:t>
            </a:r>
          </a:p>
          <a:p>
            <a:pPr marL="457200" indent="-228600">
              <a:lnSpc>
                <a:spcPct val="115833"/>
              </a:lnSpc>
              <a:spcBef>
                <a:spcPts val="800"/>
              </a:spcBef>
              <a:buSzPct val="83333"/>
              <a:buFont typeface="Symbol"/>
              <a:buChar char="·"/>
              <a:tabLst>
                <a:tab pos="457200" algn="l"/>
              </a:tabLst>
              <a:defRPr sz="2000">
                <a:uFill>
                  <a:solidFill>
                    <a:srgbClr val="000000"/>
                  </a:solidFill>
                </a:uFill>
                <a:latin typeface="Times New Roman"/>
                <a:ea typeface="Times New Roman"/>
                <a:cs typeface="Times New Roman"/>
                <a:sym typeface="Times New Roman"/>
              </a:defRPr>
            </a:pPr>
            <a:r>
              <a:t>Clear progress visualisation</a:t>
            </a:r>
          </a:p>
        </p:txBody>
      </p:sp>
      <p:sp>
        <p:nvSpPr>
          <p:cNvPr id="259" name="TextBox 2"/>
          <p:cNvSpPr txBox="1"/>
          <p:nvPr/>
        </p:nvSpPr>
        <p:spPr>
          <a:xfrm>
            <a:off x="6235657" y="743040"/>
            <a:ext cx="3994460" cy="216967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115833"/>
              </a:lnSpc>
              <a:spcBef>
                <a:spcPts val="800"/>
              </a:spcBef>
              <a:defRPr sz="2200">
                <a:uFill>
                  <a:solidFill>
                    <a:srgbClr val="000000"/>
                  </a:solidFill>
                </a:uFill>
                <a:latin typeface="+mn-lt"/>
                <a:ea typeface="+mn-ea"/>
                <a:cs typeface="+mn-cs"/>
                <a:sym typeface="Aptos"/>
              </a:defRPr>
            </a:pPr>
            <a:r>
              <a:rPr b="1">
                <a:latin typeface="Times New Roman"/>
                <a:ea typeface="Times New Roman"/>
                <a:cs typeface="Times New Roman"/>
                <a:sym typeface="Times New Roman"/>
              </a:rPr>
              <a:t>System</a:t>
            </a:r>
            <a:r>
              <a:rPr b="1">
                <a:latin typeface="Times New Roman"/>
                <a:ea typeface="Times New Roman"/>
                <a:cs typeface="Times New Roman"/>
                <a:sym typeface="Times New Roman"/>
              </a:rPr>
              <a:t> Requirements:</a:t>
            </a:r>
            <a:endParaRPr b="1" sz="1400">
              <a:latin typeface="Times New Roman"/>
              <a:ea typeface="Times New Roman"/>
              <a:cs typeface="Times New Roman"/>
              <a:sym typeface="Times New Roman"/>
            </a:endParaRPr>
          </a:p>
          <a:p>
            <a:pPr marL="457200" indent="-228600">
              <a:lnSpc>
                <a:spcPct val="115833"/>
              </a:lnSpc>
              <a:spcBef>
                <a:spcPts val="800"/>
              </a:spcBef>
              <a:buSzPct val="83333"/>
              <a:buFont typeface="Symbol"/>
              <a:buChar char="·"/>
              <a:tabLst>
                <a:tab pos="457200" algn="l"/>
              </a:tabLst>
              <a:defRPr sz="2000">
                <a:uFill>
                  <a:solidFill>
                    <a:srgbClr val="000000"/>
                  </a:solidFill>
                </a:uFill>
                <a:latin typeface="Times New Roman"/>
                <a:ea typeface="Times New Roman"/>
                <a:cs typeface="Times New Roman"/>
                <a:sym typeface="Times New Roman"/>
              </a:defRPr>
            </a:pPr>
            <a:r>
              <a:t>Web browser with internet access</a:t>
            </a:r>
          </a:p>
          <a:p>
            <a:pPr marL="457200" indent="-228600">
              <a:lnSpc>
                <a:spcPct val="115833"/>
              </a:lnSpc>
              <a:spcBef>
                <a:spcPts val="800"/>
              </a:spcBef>
              <a:buSzPct val="83333"/>
              <a:buFont typeface="Symbol"/>
              <a:buChar char="·"/>
              <a:tabLst>
                <a:tab pos="457200" algn="l"/>
              </a:tabLst>
              <a:defRPr sz="2000">
                <a:uFill>
                  <a:solidFill>
                    <a:srgbClr val="000000"/>
                  </a:solidFill>
                </a:uFill>
                <a:latin typeface="Times New Roman"/>
                <a:ea typeface="Times New Roman"/>
                <a:cs typeface="Times New Roman"/>
                <a:sym typeface="Times New Roman"/>
              </a:defRPr>
            </a:pPr>
            <a:r>
              <a:t>Node.js runtime</a:t>
            </a:r>
          </a:p>
          <a:p>
            <a:pPr marL="457200" indent="-228600">
              <a:lnSpc>
                <a:spcPct val="115833"/>
              </a:lnSpc>
              <a:spcBef>
                <a:spcPts val="800"/>
              </a:spcBef>
              <a:buSzPct val="83333"/>
              <a:buFont typeface="Symbol"/>
              <a:buChar char="·"/>
              <a:tabLst>
                <a:tab pos="457200" algn="l"/>
              </a:tabLst>
              <a:defRPr sz="2000">
                <a:uFill>
                  <a:solidFill>
                    <a:srgbClr val="000000"/>
                  </a:solidFill>
                </a:uFill>
                <a:latin typeface="Times New Roman"/>
                <a:ea typeface="Times New Roman"/>
                <a:cs typeface="Times New Roman"/>
                <a:sym typeface="Times New Roman"/>
              </a:defRPr>
            </a:pPr>
            <a:r>
              <a:t>MongoDB database</a:t>
            </a:r>
          </a:p>
          <a:p>
            <a:pPr marL="457200" indent="-228600">
              <a:lnSpc>
                <a:spcPct val="115833"/>
              </a:lnSpc>
              <a:spcBef>
                <a:spcPts val="800"/>
              </a:spcBef>
              <a:buSzPct val="83333"/>
              <a:buFont typeface="Symbol"/>
              <a:buChar char="·"/>
              <a:tabLst>
                <a:tab pos="457200" algn="l"/>
              </a:tabLst>
              <a:defRPr sz="2000">
                <a:uFill>
                  <a:solidFill>
                    <a:srgbClr val="000000"/>
                  </a:solidFill>
                </a:uFill>
                <a:latin typeface="Times New Roman"/>
                <a:ea typeface="Times New Roman"/>
                <a:cs typeface="Times New Roman"/>
                <a:sym typeface="Times New Roman"/>
              </a:defRPr>
            </a:pPr>
            <a:r>
              <a:t>AI API access (Groq Cloud)</a:t>
            </a:r>
          </a:p>
        </p:txBody>
      </p:sp>
      <p:sp>
        <p:nvSpPr>
          <p:cNvPr id="260" name="TextBox 2"/>
          <p:cNvSpPr txBox="1"/>
          <p:nvPr/>
        </p:nvSpPr>
        <p:spPr>
          <a:xfrm>
            <a:off x="927057" y="3026860"/>
            <a:ext cx="5049721" cy="260791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115833"/>
              </a:lnSpc>
              <a:spcBef>
                <a:spcPts val="800"/>
              </a:spcBef>
              <a:defRPr sz="2200">
                <a:uFill>
                  <a:solidFill>
                    <a:srgbClr val="000000"/>
                  </a:solidFill>
                </a:uFill>
                <a:latin typeface="+mn-lt"/>
                <a:ea typeface="+mn-ea"/>
                <a:cs typeface="+mn-cs"/>
                <a:sym typeface="Aptos"/>
              </a:defRPr>
            </a:pPr>
            <a:r>
              <a:rPr b="1">
                <a:latin typeface="Times New Roman"/>
                <a:ea typeface="Times New Roman"/>
                <a:cs typeface="Times New Roman"/>
                <a:sym typeface="Times New Roman"/>
              </a:rPr>
              <a:t>Functional Requirements Analysis:</a:t>
            </a:r>
            <a:endParaRPr b="1" sz="1400">
              <a:latin typeface="Times New Roman"/>
              <a:ea typeface="Times New Roman"/>
              <a:cs typeface="Times New Roman"/>
              <a:sym typeface="Times New Roman"/>
            </a:endParaRPr>
          </a:p>
          <a:p>
            <a:pPr marL="457200" indent="-228600">
              <a:lnSpc>
                <a:spcPct val="115833"/>
              </a:lnSpc>
              <a:spcBef>
                <a:spcPts val="800"/>
              </a:spcBef>
              <a:buSzPct val="83333"/>
              <a:buFont typeface="Symbol"/>
              <a:buChar char="·"/>
              <a:tabLst>
                <a:tab pos="457200" algn="l"/>
              </a:tabLst>
              <a:defRPr sz="2000">
                <a:uFill>
                  <a:solidFill>
                    <a:srgbClr val="000000"/>
                  </a:solidFill>
                </a:uFill>
                <a:latin typeface="Times New Roman"/>
                <a:ea typeface="Times New Roman"/>
                <a:cs typeface="Times New Roman"/>
                <a:sym typeface="Times New Roman"/>
              </a:defRPr>
            </a:pPr>
            <a:r>
              <a:t>Upload and validate PDF files</a:t>
            </a:r>
          </a:p>
          <a:p>
            <a:pPr marL="457200" indent="-228600">
              <a:lnSpc>
                <a:spcPct val="115833"/>
              </a:lnSpc>
              <a:spcBef>
                <a:spcPts val="800"/>
              </a:spcBef>
              <a:buSzPct val="83333"/>
              <a:buFont typeface="Symbol"/>
              <a:buChar char="·"/>
              <a:tabLst>
                <a:tab pos="457200" algn="l"/>
              </a:tabLst>
              <a:defRPr sz="2000">
                <a:uFill>
                  <a:solidFill>
                    <a:srgbClr val="000000"/>
                  </a:solidFill>
                </a:uFill>
                <a:latin typeface="Times New Roman"/>
                <a:ea typeface="Times New Roman"/>
                <a:cs typeface="Times New Roman"/>
                <a:sym typeface="Times New Roman"/>
              </a:defRPr>
            </a:pPr>
            <a:r>
              <a:t>Generate flashcards and quizzes</a:t>
            </a:r>
          </a:p>
          <a:p>
            <a:pPr marL="457200" indent="-228600">
              <a:lnSpc>
                <a:spcPct val="115833"/>
              </a:lnSpc>
              <a:spcBef>
                <a:spcPts val="800"/>
              </a:spcBef>
              <a:buSzPct val="83333"/>
              <a:buFont typeface="Symbol"/>
              <a:buChar char="·"/>
              <a:tabLst>
                <a:tab pos="457200" algn="l"/>
              </a:tabLst>
              <a:defRPr sz="2000">
                <a:uFill>
                  <a:solidFill>
                    <a:srgbClr val="000000"/>
                  </a:solidFill>
                </a:uFill>
                <a:latin typeface="Times New Roman"/>
                <a:ea typeface="Times New Roman"/>
                <a:cs typeface="Times New Roman"/>
                <a:sym typeface="Times New Roman"/>
              </a:defRPr>
            </a:pPr>
            <a:r>
              <a:t>Store and retrieve study data</a:t>
            </a:r>
          </a:p>
          <a:p>
            <a:pPr marL="457200" indent="-228600">
              <a:lnSpc>
                <a:spcPct val="115833"/>
              </a:lnSpc>
              <a:spcBef>
                <a:spcPts val="800"/>
              </a:spcBef>
              <a:buSzPct val="83333"/>
              <a:buFont typeface="Symbol"/>
              <a:buChar char="·"/>
              <a:tabLst>
                <a:tab pos="457200" algn="l"/>
              </a:tabLst>
              <a:defRPr sz="2000">
                <a:uFill>
                  <a:solidFill>
                    <a:srgbClr val="000000"/>
                  </a:solidFill>
                </a:uFill>
                <a:latin typeface="Times New Roman"/>
                <a:ea typeface="Times New Roman"/>
                <a:cs typeface="Times New Roman"/>
                <a:sym typeface="Times New Roman"/>
              </a:defRPr>
            </a:pPr>
            <a:r>
              <a:t>Update schedules based on user ratings</a:t>
            </a:r>
          </a:p>
          <a:p>
            <a:pPr marL="457200" indent="-228600">
              <a:lnSpc>
                <a:spcPct val="115833"/>
              </a:lnSpc>
              <a:spcBef>
                <a:spcPts val="800"/>
              </a:spcBef>
              <a:buSzPct val="83333"/>
              <a:buFont typeface="Symbol"/>
              <a:buChar char="·"/>
              <a:tabLst>
                <a:tab pos="457200" algn="l"/>
              </a:tabLst>
              <a:defRPr sz="2000">
                <a:uFill>
                  <a:solidFill>
                    <a:srgbClr val="000000"/>
                  </a:solidFill>
                </a:uFill>
                <a:latin typeface="Times New Roman"/>
                <a:ea typeface="Times New Roman"/>
                <a:cs typeface="Times New Roman"/>
                <a:sym typeface="Times New Roman"/>
              </a:defRPr>
            </a:pPr>
            <a:r>
              <a:t>Answer doubts using Groq Cloud - API</a:t>
            </a:r>
          </a:p>
        </p:txBody>
      </p:sp>
      <p:sp>
        <p:nvSpPr>
          <p:cNvPr id="261" name="TextBox 2"/>
          <p:cNvSpPr txBox="1"/>
          <p:nvPr/>
        </p:nvSpPr>
        <p:spPr>
          <a:xfrm>
            <a:off x="6235657" y="3039941"/>
            <a:ext cx="3994460" cy="216967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115833"/>
              </a:lnSpc>
              <a:spcBef>
                <a:spcPts val="800"/>
              </a:spcBef>
              <a:defRPr sz="2200">
                <a:uFill>
                  <a:solidFill>
                    <a:srgbClr val="000000"/>
                  </a:solidFill>
                </a:uFill>
                <a:latin typeface="+mn-lt"/>
                <a:ea typeface="+mn-ea"/>
                <a:cs typeface="+mn-cs"/>
                <a:sym typeface="Aptos"/>
              </a:defRPr>
            </a:pPr>
            <a:r>
              <a:rPr b="1">
                <a:latin typeface="Times New Roman"/>
                <a:ea typeface="Times New Roman"/>
                <a:cs typeface="Times New Roman"/>
                <a:sym typeface="Times New Roman"/>
              </a:rPr>
              <a:t>Non Functional </a:t>
            </a:r>
            <a:r>
              <a:rPr b="1">
                <a:latin typeface="Times New Roman"/>
                <a:ea typeface="Times New Roman"/>
                <a:cs typeface="Times New Roman"/>
                <a:sym typeface="Times New Roman"/>
              </a:rPr>
              <a:t>Requirements:</a:t>
            </a:r>
            <a:endParaRPr b="1" sz="1400">
              <a:latin typeface="Times New Roman"/>
              <a:ea typeface="Times New Roman"/>
              <a:cs typeface="Times New Roman"/>
              <a:sym typeface="Times New Roman"/>
            </a:endParaRPr>
          </a:p>
          <a:p>
            <a:pPr marL="457200" indent="-228600">
              <a:lnSpc>
                <a:spcPct val="115833"/>
              </a:lnSpc>
              <a:spcBef>
                <a:spcPts val="800"/>
              </a:spcBef>
              <a:buSzPct val="83333"/>
              <a:buFont typeface="Symbol"/>
              <a:buChar char="·"/>
              <a:tabLst>
                <a:tab pos="457200" algn="l"/>
              </a:tabLst>
              <a:defRPr sz="2000">
                <a:uFill>
                  <a:solidFill>
                    <a:srgbClr val="000000"/>
                  </a:solidFill>
                </a:uFill>
                <a:latin typeface="Times New Roman"/>
                <a:ea typeface="Times New Roman"/>
                <a:cs typeface="Times New Roman"/>
                <a:sym typeface="Times New Roman"/>
              </a:defRPr>
            </a:pPr>
            <a:r>
              <a:t>High performance and scalability</a:t>
            </a:r>
          </a:p>
          <a:p>
            <a:pPr marL="457200" indent="-228600">
              <a:lnSpc>
                <a:spcPct val="115833"/>
              </a:lnSpc>
              <a:spcBef>
                <a:spcPts val="800"/>
              </a:spcBef>
              <a:buSzPct val="83333"/>
              <a:buFont typeface="Symbol"/>
              <a:buChar char="·"/>
              <a:tabLst>
                <a:tab pos="457200" algn="l"/>
              </a:tabLst>
              <a:defRPr sz="2000">
                <a:uFill>
                  <a:solidFill>
                    <a:srgbClr val="000000"/>
                  </a:solidFill>
                </a:uFill>
                <a:latin typeface="Times New Roman"/>
                <a:ea typeface="Times New Roman"/>
                <a:cs typeface="Times New Roman"/>
                <a:sym typeface="Times New Roman"/>
              </a:defRPr>
            </a:pPr>
            <a:r>
              <a:t>Secure data storage</a:t>
            </a:r>
          </a:p>
          <a:p>
            <a:pPr marL="457200" indent="-228600">
              <a:lnSpc>
                <a:spcPct val="115833"/>
              </a:lnSpc>
              <a:spcBef>
                <a:spcPts val="800"/>
              </a:spcBef>
              <a:buSzPct val="83333"/>
              <a:buFont typeface="Symbol"/>
              <a:buChar char="·"/>
              <a:tabLst>
                <a:tab pos="457200" algn="l"/>
              </a:tabLst>
              <a:defRPr sz="2000">
                <a:uFill>
                  <a:solidFill>
                    <a:srgbClr val="000000"/>
                  </a:solidFill>
                </a:uFill>
                <a:latin typeface="Times New Roman"/>
                <a:ea typeface="Times New Roman"/>
                <a:cs typeface="Times New Roman"/>
                <a:sym typeface="Times New Roman"/>
              </a:defRPr>
            </a:pPr>
            <a:r>
              <a:t>Reliable AI integration</a:t>
            </a:r>
          </a:p>
          <a:p>
            <a:pPr marL="457200" indent="-228600">
              <a:lnSpc>
                <a:spcPct val="115833"/>
              </a:lnSpc>
              <a:spcBef>
                <a:spcPts val="800"/>
              </a:spcBef>
              <a:buSzPct val="83333"/>
              <a:buFont typeface="Symbol"/>
              <a:buChar char="·"/>
              <a:tabLst>
                <a:tab pos="457200" algn="l"/>
              </a:tabLst>
              <a:defRPr sz="2000">
                <a:uFill>
                  <a:solidFill>
                    <a:srgbClr val="000000"/>
                  </a:solidFill>
                </a:uFill>
                <a:latin typeface="Times New Roman"/>
                <a:ea typeface="Times New Roman"/>
                <a:cs typeface="Times New Roman"/>
                <a:sym typeface="Times New Roman"/>
              </a:defRPr>
            </a:pPr>
            <a:r>
              <a:t>High system availability</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3" name="TextBox 1"/>
          <p:cNvSpPr txBox="1"/>
          <p:nvPr/>
        </p:nvSpPr>
        <p:spPr>
          <a:xfrm>
            <a:off x="1207643" y="1187699"/>
            <a:ext cx="5398739" cy="173143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115833"/>
              </a:lnSpc>
              <a:spcBef>
                <a:spcPts val="800"/>
              </a:spcBef>
              <a:defRPr sz="2200">
                <a:uFill>
                  <a:solidFill>
                    <a:srgbClr val="000000"/>
                  </a:solidFill>
                </a:uFill>
                <a:latin typeface="+mn-lt"/>
                <a:ea typeface="+mn-ea"/>
                <a:cs typeface="+mn-cs"/>
                <a:sym typeface="Aptos"/>
              </a:defRPr>
            </a:pPr>
            <a:r>
              <a:rPr b="1">
                <a:latin typeface="Times New Roman"/>
                <a:ea typeface="Times New Roman"/>
                <a:cs typeface="Times New Roman"/>
                <a:sym typeface="Times New Roman"/>
              </a:rPr>
              <a:t>Hardware Requirements:</a:t>
            </a:r>
            <a:endParaRPr>
              <a:latin typeface="Times New Roman"/>
              <a:ea typeface="Times New Roman"/>
              <a:cs typeface="Times New Roman"/>
              <a:sym typeface="Times New Roman"/>
            </a:endParaRPr>
          </a:p>
          <a:p>
            <a:pPr marL="457200" indent="-228600">
              <a:lnSpc>
                <a:spcPct val="115833"/>
              </a:lnSpc>
              <a:spcBef>
                <a:spcPts val="800"/>
              </a:spcBef>
              <a:buSzPct val="83333"/>
              <a:buFont typeface="Symbol"/>
              <a:buChar char="·"/>
              <a:tabLst>
                <a:tab pos="457200" algn="l"/>
              </a:tabLst>
              <a:defRPr sz="2000">
                <a:uFill>
                  <a:solidFill>
                    <a:srgbClr val="000000"/>
                  </a:solidFill>
                </a:uFill>
                <a:latin typeface="Times New Roman"/>
                <a:ea typeface="Times New Roman"/>
                <a:cs typeface="Times New Roman"/>
                <a:sym typeface="Times New Roman"/>
              </a:defRPr>
            </a:pPr>
            <a:r>
              <a:t>Processor: Intel i3 or above</a:t>
            </a:r>
          </a:p>
          <a:p>
            <a:pPr marL="457200" indent="-228600">
              <a:lnSpc>
                <a:spcPct val="115833"/>
              </a:lnSpc>
              <a:spcBef>
                <a:spcPts val="800"/>
              </a:spcBef>
              <a:buSzPct val="83333"/>
              <a:buFont typeface="Symbol"/>
              <a:buChar char="·"/>
              <a:tabLst>
                <a:tab pos="457200" algn="l"/>
              </a:tabLst>
              <a:defRPr sz="2000">
                <a:uFill>
                  <a:solidFill>
                    <a:srgbClr val="000000"/>
                  </a:solidFill>
                </a:uFill>
                <a:latin typeface="Times New Roman"/>
                <a:ea typeface="Times New Roman"/>
                <a:cs typeface="Times New Roman"/>
                <a:sym typeface="Times New Roman"/>
              </a:defRPr>
            </a:pPr>
            <a:r>
              <a:t>RAM: Minimum 8 GB</a:t>
            </a:r>
          </a:p>
          <a:p>
            <a:pPr marL="457200" indent="-228600">
              <a:lnSpc>
                <a:spcPct val="115833"/>
              </a:lnSpc>
              <a:spcBef>
                <a:spcPts val="800"/>
              </a:spcBef>
              <a:buSzPct val="83333"/>
              <a:buFont typeface="Symbol"/>
              <a:buChar char="·"/>
              <a:tabLst>
                <a:tab pos="457200" algn="l"/>
              </a:tabLst>
              <a:defRPr sz="2000">
                <a:uFill>
                  <a:solidFill>
                    <a:srgbClr val="000000"/>
                  </a:solidFill>
                </a:uFill>
                <a:latin typeface="Times New Roman"/>
                <a:ea typeface="Times New Roman"/>
                <a:cs typeface="Times New Roman"/>
                <a:sym typeface="Times New Roman"/>
              </a:defRPr>
            </a:pPr>
            <a:r>
              <a:t>Storage: 10 GB free space</a:t>
            </a:r>
          </a:p>
        </p:txBody>
      </p:sp>
      <p:sp>
        <p:nvSpPr>
          <p:cNvPr id="264" name="TextBox 1"/>
          <p:cNvSpPr txBox="1"/>
          <p:nvPr/>
        </p:nvSpPr>
        <p:spPr>
          <a:xfrm>
            <a:off x="1207643" y="3219699"/>
            <a:ext cx="6594371" cy="216967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115833"/>
              </a:lnSpc>
              <a:spcBef>
                <a:spcPts val="800"/>
              </a:spcBef>
              <a:defRPr sz="2200">
                <a:uFill>
                  <a:solidFill>
                    <a:srgbClr val="000000"/>
                  </a:solidFill>
                </a:uFill>
                <a:latin typeface="+mn-lt"/>
                <a:ea typeface="+mn-ea"/>
                <a:cs typeface="+mn-cs"/>
                <a:sym typeface="Aptos"/>
              </a:defRPr>
            </a:pPr>
            <a:r>
              <a:rPr b="1">
                <a:latin typeface="Times New Roman"/>
                <a:ea typeface="Times New Roman"/>
                <a:cs typeface="Times New Roman"/>
                <a:sym typeface="Times New Roman"/>
              </a:rPr>
              <a:t>Softw</a:t>
            </a:r>
            <a:r>
              <a:rPr b="1">
                <a:latin typeface="Times New Roman"/>
                <a:ea typeface="Times New Roman"/>
                <a:cs typeface="Times New Roman"/>
                <a:sym typeface="Times New Roman"/>
              </a:rPr>
              <a:t>are Requirements:</a:t>
            </a:r>
            <a:endParaRPr>
              <a:latin typeface="Times New Roman"/>
              <a:ea typeface="Times New Roman"/>
              <a:cs typeface="Times New Roman"/>
              <a:sym typeface="Times New Roman"/>
            </a:endParaRPr>
          </a:p>
          <a:p>
            <a:pPr marL="457200" indent="-228600">
              <a:lnSpc>
                <a:spcPct val="115833"/>
              </a:lnSpc>
              <a:spcBef>
                <a:spcPts val="800"/>
              </a:spcBef>
              <a:buSzPct val="83333"/>
              <a:buFont typeface="Symbol"/>
              <a:buChar char="·"/>
              <a:tabLst>
                <a:tab pos="457200" algn="l"/>
              </a:tabLst>
              <a:defRPr sz="2000">
                <a:uFill>
                  <a:solidFill>
                    <a:srgbClr val="000000"/>
                  </a:solidFill>
                </a:uFill>
                <a:latin typeface="Times New Roman"/>
                <a:ea typeface="Times New Roman"/>
                <a:cs typeface="Times New Roman"/>
                <a:sym typeface="Times New Roman"/>
              </a:defRPr>
            </a:pPr>
            <a:r>
              <a:t>Frontend: HTML, CSS, JAVASCRIPT</a:t>
            </a:r>
          </a:p>
          <a:p>
            <a:pPr marL="457200" indent="-228600">
              <a:lnSpc>
                <a:spcPct val="115833"/>
              </a:lnSpc>
              <a:spcBef>
                <a:spcPts val="800"/>
              </a:spcBef>
              <a:buSzPct val="83333"/>
              <a:buFont typeface="Symbol"/>
              <a:buChar char="·"/>
              <a:tabLst>
                <a:tab pos="457200" algn="l"/>
              </a:tabLst>
              <a:defRPr sz="2000">
                <a:uFill>
                  <a:solidFill>
                    <a:srgbClr val="000000"/>
                  </a:solidFill>
                </a:uFill>
                <a:latin typeface="Times New Roman"/>
                <a:ea typeface="Times New Roman"/>
                <a:cs typeface="Times New Roman"/>
                <a:sym typeface="Times New Roman"/>
              </a:defRPr>
            </a:pPr>
            <a:r>
              <a:t>Backend: Node.js (Express)</a:t>
            </a:r>
          </a:p>
          <a:p>
            <a:pPr marL="457200" indent="-228600">
              <a:lnSpc>
                <a:spcPct val="115833"/>
              </a:lnSpc>
              <a:spcBef>
                <a:spcPts val="800"/>
              </a:spcBef>
              <a:buSzPct val="83333"/>
              <a:buFont typeface="Symbol"/>
              <a:buChar char="·"/>
              <a:tabLst>
                <a:tab pos="457200" algn="l"/>
              </a:tabLst>
              <a:defRPr sz="2000">
                <a:uFill>
                  <a:solidFill>
                    <a:srgbClr val="000000"/>
                  </a:solidFill>
                </a:uFill>
                <a:latin typeface="Times New Roman"/>
                <a:ea typeface="Times New Roman"/>
                <a:cs typeface="Times New Roman"/>
                <a:sym typeface="Times New Roman"/>
              </a:defRPr>
            </a:pPr>
            <a:r>
              <a:t>Database: MongoDB (currently using local storage)</a:t>
            </a:r>
          </a:p>
          <a:p>
            <a:pPr marL="457200" indent="-228600">
              <a:lnSpc>
                <a:spcPct val="115833"/>
              </a:lnSpc>
              <a:spcBef>
                <a:spcPts val="800"/>
              </a:spcBef>
              <a:buSzPct val="83333"/>
              <a:buFont typeface="Symbol"/>
              <a:buChar char="·"/>
              <a:tabLst>
                <a:tab pos="457200" algn="l"/>
              </a:tabLst>
              <a:defRPr sz="2000">
                <a:uFill>
                  <a:solidFill>
                    <a:srgbClr val="000000"/>
                  </a:solidFill>
                </a:uFill>
                <a:latin typeface="Times New Roman"/>
                <a:ea typeface="Times New Roman"/>
                <a:cs typeface="Times New Roman"/>
                <a:sym typeface="Times New Roman"/>
              </a:defRPr>
            </a:pPr>
            <a:r>
              <a:t>OS: Windows/Linux/MacOS</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6" name="TextBox 1"/>
          <p:cNvSpPr txBox="1"/>
          <p:nvPr/>
        </p:nvSpPr>
        <p:spPr>
          <a:xfrm>
            <a:off x="1457779" y="1078152"/>
            <a:ext cx="9728247" cy="549085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2000">
                <a:latin typeface="Times New Roman"/>
                <a:ea typeface="Times New Roman"/>
                <a:cs typeface="Times New Roman"/>
                <a:sym typeface="Times New Roman"/>
              </a:defRPr>
            </a:pPr>
            <a:r>
              <a:t>Design Concepts and Constraints :</a:t>
            </a:r>
          </a:p>
          <a:p>
            <a:pPr>
              <a:defRPr b="1" sz="2000">
                <a:latin typeface="Times New Roman"/>
                <a:ea typeface="Times New Roman"/>
                <a:cs typeface="Times New Roman"/>
                <a:sym typeface="Times New Roman"/>
              </a:defRPr>
            </a:pPr>
          </a:p>
          <a:p>
            <a:pPr marL="457200" indent="-317500">
              <a:spcBef>
                <a:spcPts val="1200"/>
              </a:spcBef>
              <a:buSzPct val="100000"/>
              <a:buFont typeface="Times Roman"/>
              <a:buChar char="•"/>
              <a:defRPr sz="2000">
                <a:latin typeface="Times Roman"/>
                <a:ea typeface="Times Roman"/>
                <a:cs typeface="Times Roman"/>
                <a:sym typeface="Times Roman"/>
              </a:defRPr>
            </a:pPr>
            <a:r>
              <a:t>The system follows a </a:t>
            </a:r>
            <a:r>
              <a:rPr b="1"/>
              <a:t>modular and scalable architecture</a:t>
            </a:r>
            <a:r>
              <a:t> to simplify development and maintenance.</a:t>
            </a:r>
          </a:p>
          <a:p>
            <a:pPr marL="457200" indent="-317500">
              <a:spcBef>
                <a:spcPts val="1200"/>
              </a:spcBef>
              <a:buSzPct val="100000"/>
              <a:buFont typeface="Times Roman"/>
              <a:buChar char="•"/>
              <a:defRPr sz="2000">
                <a:latin typeface="Times Roman"/>
                <a:ea typeface="Times Roman"/>
                <a:cs typeface="Times Roman"/>
                <a:sym typeface="Times Roman"/>
              </a:defRPr>
            </a:pPr>
            <a:r>
              <a:t>Components are </a:t>
            </a:r>
            <a:r>
              <a:rPr b="1"/>
              <a:t>loosely coupled</a:t>
            </a:r>
            <a:r>
              <a:t>, improving flexibility and ease of future enhancements.</a:t>
            </a:r>
          </a:p>
          <a:p>
            <a:pPr marL="457200" indent="-317500">
              <a:spcBef>
                <a:spcPts val="1200"/>
              </a:spcBef>
              <a:buSzPct val="100000"/>
              <a:buFont typeface="Times Roman"/>
              <a:buChar char="•"/>
              <a:defRPr sz="2000">
                <a:latin typeface="Times Roman"/>
                <a:ea typeface="Times Roman"/>
                <a:cs typeface="Times Roman"/>
                <a:sym typeface="Times Roman"/>
              </a:defRPr>
            </a:pPr>
            <a:r>
              <a:t>Constraints include </a:t>
            </a:r>
            <a:r>
              <a:rPr b="1"/>
              <a:t>AI API usage limits</a:t>
            </a:r>
            <a:r>
              <a:t> and increased processing time for large PDF documents.</a:t>
            </a:r>
            <a:endParaRPr>
              <a:latin typeface="Times New Roman"/>
              <a:ea typeface="Times New Roman"/>
              <a:cs typeface="Times New Roman"/>
              <a:sym typeface="Times New Roman"/>
            </a:endParaRPr>
          </a:p>
          <a:p>
            <a:pPr>
              <a:defRPr b="1" sz="2000">
                <a:latin typeface="Times New Roman"/>
                <a:ea typeface="Times New Roman"/>
                <a:cs typeface="Times New Roman"/>
                <a:sym typeface="Times New Roman"/>
              </a:defRPr>
            </a:pPr>
          </a:p>
          <a:p>
            <a:pPr>
              <a:defRPr b="1" sz="2000">
                <a:latin typeface="Times New Roman"/>
                <a:ea typeface="Times New Roman"/>
                <a:cs typeface="Times New Roman"/>
                <a:sym typeface="Times New Roman"/>
              </a:defRPr>
            </a:pPr>
            <a:r>
              <a:t>Conceptual Design :</a:t>
            </a:r>
          </a:p>
          <a:p>
            <a:pPr marL="457200" indent="-317500">
              <a:spcBef>
                <a:spcPts val="1200"/>
              </a:spcBef>
              <a:buSzPct val="100000"/>
              <a:buFont typeface="Times Roman"/>
              <a:buChar char="•"/>
              <a:defRPr sz="2000">
                <a:latin typeface="Times Roman"/>
                <a:ea typeface="Times Roman"/>
                <a:cs typeface="Times Roman"/>
                <a:sym typeface="Times Roman"/>
              </a:defRPr>
            </a:pPr>
            <a:r>
              <a:t>The system is structured into </a:t>
            </a:r>
            <a:r>
              <a:rPr b="1"/>
              <a:t>three logical layers</a:t>
            </a:r>
            <a:r>
              <a:t> for better organization.</a:t>
            </a:r>
          </a:p>
          <a:p>
            <a:pPr marL="457200" indent="-317500">
              <a:spcBef>
                <a:spcPts val="1200"/>
              </a:spcBef>
              <a:buSzPct val="100000"/>
              <a:buFont typeface="Times Roman"/>
              <a:buChar char="•"/>
              <a:defRPr sz="2000">
                <a:latin typeface="Times Roman"/>
                <a:ea typeface="Times Roman"/>
                <a:cs typeface="Times Roman"/>
                <a:sym typeface="Times Roman"/>
              </a:defRPr>
            </a:pPr>
            <a:r>
              <a:t>The </a:t>
            </a:r>
            <a:r>
              <a:rPr b="1"/>
              <a:t>presentation layer</a:t>
            </a:r>
            <a:r>
              <a:t> handles user interaction and interface management.</a:t>
            </a:r>
          </a:p>
          <a:p>
            <a:pPr marL="457200" indent="-317500">
              <a:spcBef>
                <a:spcPts val="1200"/>
              </a:spcBef>
              <a:buSzPct val="100000"/>
              <a:buFont typeface="Times Roman"/>
              <a:buChar char="•"/>
              <a:defRPr sz="2000">
                <a:latin typeface="Times Roman"/>
                <a:ea typeface="Times Roman"/>
                <a:cs typeface="Times Roman"/>
                <a:sym typeface="Times Roman"/>
              </a:defRPr>
            </a:pPr>
            <a:r>
              <a:t>The </a:t>
            </a:r>
            <a:r>
              <a:rPr b="1"/>
              <a:t>application and data layers</a:t>
            </a:r>
            <a:r>
              <a:t> manage business logic, AI processing, and persistent data storage.</a:t>
            </a:r>
          </a:p>
          <a:p>
            <a:pPr>
              <a:defRPr sz="2000">
                <a:latin typeface="Times New Roman"/>
                <a:ea typeface="Times New Roman"/>
                <a:cs typeface="Times New Roman"/>
                <a:sym typeface="Times New Roman"/>
              </a:defRPr>
            </a:pP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8" name="Title 1"/>
          <p:cNvSpPr txBox="1"/>
          <p:nvPr>
            <p:ph type="title"/>
          </p:nvPr>
        </p:nvSpPr>
        <p:spPr>
          <a:xfrm>
            <a:off x="1295401" y="1200617"/>
            <a:ext cx="9601198" cy="1303868"/>
          </a:xfrm>
          <a:prstGeom prst="rect">
            <a:avLst/>
          </a:prstGeom>
        </p:spPr>
        <p:txBody>
          <a:bodyPr/>
          <a:lstStyle/>
          <a:p>
            <a:pPr algn="l" defTabSz="411479">
              <a:defRPr b="1" sz="1800">
                <a:latin typeface="Times New Roman"/>
                <a:ea typeface="Times New Roman"/>
                <a:cs typeface="Times New Roman"/>
                <a:sym typeface="Times New Roman"/>
              </a:defRPr>
            </a:pPr>
            <a:r>
              <a:t>Design Diagram of the System :</a:t>
            </a:r>
            <a:br/>
            <a:r>
              <a:rPr b="0"/>
              <a:t>The system uses a client-server architecture where the React frontend communicates with a Node.js backend. The backend interacts with a Python NLP service, MongoDB database, and external AI APIs.</a:t>
            </a:r>
            <a:br>
              <a:rPr b="0"/>
            </a:br>
          </a:p>
        </p:txBody>
      </p:sp>
      <p:pic>
        <p:nvPicPr>
          <p:cNvPr id="269" name="Content Placeholder 4" descr="Content Placeholder 4"/>
          <p:cNvPicPr>
            <a:picLocks noChangeAspect="1"/>
          </p:cNvPicPr>
          <p:nvPr/>
        </p:nvPicPr>
        <p:blipFill>
          <a:blip r:embed="rId2">
            <a:extLst/>
          </a:blip>
          <a:stretch>
            <a:fillRect/>
          </a:stretch>
        </p:blipFill>
        <p:spPr>
          <a:xfrm>
            <a:off x="3012603" y="2504483"/>
            <a:ext cx="6053502" cy="3617914"/>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1" name="TextBox 1"/>
          <p:cNvSpPr txBox="1"/>
          <p:nvPr/>
        </p:nvSpPr>
        <p:spPr>
          <a:xfrm>
            <a:off x="1093750" y="939938"/>
            <a:ext cx="10310760" cy="311595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a:latin typeface="Times New Roman"/>
                <a:ea typeface="Times New Roman"/>
                <a:cs typeface="Times New Roman"/>
                <a:sym typeface="Times New Roman"/>
              </a:defRPr>
            </a:pPr>
            <a:r>
              <a:t>Database Design :</a:t>
            </a:r>
          </a:p>
          <a:p>
            <a:pPr>
              <a:defRPr>
                <a:latin typeface="Times New Roman"/>
                <a:ea typeface="Times New Roman"/>
                <a:cs typeface="Times New Roman"/>
                <a:sym typeface="Times New Roman"/>
              </a:defRPr>
            </a:pPr>
            <a:r>
              <a:t>The database is designed using MongoDB and consists of collections for users, documents, flashcards, study schedules, and progress records. This design supports scalability and efficient data retrieval.</a:t>
            </a:r>
            <a:br/>
          </a:p>
          <a:p>
            <a:pPr>
              <a:defRPr b="1">
                <a:latin typeface="Times New Roman"/>
                <a:ea typeface="Times New Roman"/>
                <a:cs typeface="Times New Roman"/>
                <a:sym typeface="Times New Roman"/>
              </a:defRPr>
            </a:pPr>
            <a:r>
              <a:t>Logical Design :</a:t>
            </a:r>
          </a:p>
          <a:p>
            <a:pPr>
              <a:defRPr>
                <a:latin typeface="Times New Roman"/>
                <a:ea typeface="Times New Roman"/>
                <a:cs typeface="Times New Roman"/>
                <a:sym typeface="Times New Roman"/>
              </a:defRPr>
            </a:pPr>
            <a:r>
              <a:t>Logical design is represented using use case diagrams, data flow diagrams, and sequence diagrams to illustrate interactions between users and system components.</a:t>
            </a:r>
          </a:p>
          <a:p>
            <a:pPr>
              <a:defRPr sz="2000">
                <a:latin typeface="Times New Roman"/>
                <a:ea typeface="Times New Roman"/>
                <a:cs typeface="Times New Roman"/>
                <a:sym typeface="Times New Roman"/>
              </a:defRPr>
            </a:pPr>
          </a:p>
          <a:p>
            <a:pPr>
              <a:defRPr sz="2000">
                <a:latin typeface="Times New Roman"/>
                <a:ea typeface="Times New Roman"/>
                <a:cs typeface="Times New Roman"/>
                <a:sym typeface="Times New Roman"/>
              </a:defRPr>
            </a:pPr>
            <a:br/>
          </a:p>
        </p:txBody>
      </p:sp>
      <p:pic>
        <p:nvPicPr>
          <p:cNvPr id="272" name="Picture 3" descr="Picture 3"/>
          <p:cNvPicPr>
            <a:picLocks noChangeAspect="1"/>
          </p:cNvPicPr>
          <p:nvPr/>
        </p:nvPicPr>
        <p:blipFill>
          <a:blip r:embed="rId2">
            <a:extLst/>
          </a:blip>
          <a:stretch>
            <a:fillRect/>
          </a:stretch>
        </p:blipFill>
        <p:spPr>
          <a:xfrm>
            <a:off x="5049430" y="3211103"/>
            <a:ext cx="6271329" cy="2407947"/>
          </a:xfrm>
          <a:prstGeom prst="rect">
            <a:avLst/>
          </a:prstGeom>
          <a:ln w="12700">
            <a:miter lim="400000"/>
          </a:ln>
        </p:spPr>
      </p:pic>
      <p:pic>
        <p:nvPicPr>
          <p:cNvPr id="273" name="Picture 5" descr="Picture 5"/>
          <p:cNvPicPr>
            <a:picLocks noChangeAspect="1"/>
          </p:cNvPicPr>
          <p:nvPr/>
        </p:nvPicPr>
        <p:blipFill>
          <a:blip r:embed="rId3">
            <a:extLst/>
          </a:blip>
          <a:stretch>
            <a:fillRect/>
          </a:stretch>
        </p:blipFill>
        <p:spPr>
          <a:xfrm>
            <a:off x="968346" y="3138123"/>
            <a:ext cx="3878631" cy="2480926"/>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5" name="TextBox 1"/>
          <p:cNvSpPr txBox="1"/>
          <p:nvPr/>
        </p:nvSpPr>
        <p:spPr>
          <a:xfrm>
            <a:off x="1833763" y="1518703"/>
            <a:ext cx="8445954" cy="2034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b="1" sz="2400">
                <a:latin typeface="Times New Roman"/>
                <a:ea typeface="Times New Roman"/>
                <a:cs typeface="Times New Roman"/>
                <a:sym typeface="Times New Roman"/>
              </a:defRPr>
            </a:pPr>
            <a:r>
              <a:t>CONCLUSION</a:t>
            </a:r>
          </a:p>
          <a:p>
            <a:pPr algn="ctr">
              <a:defRPr b="1">
                <a:latin typeface="Times New Roman"/>
                <a:ea typeface="Times New Roman"/>
                <a:cs typeface="Times New Roman"/>
                <a:sym typeface="Times New Roman"/>
              </a:defRPr>
            </a:pPr>
          </a:p>
          <a:p>
            <a:pPr>
              <a:defRPr>
                <a:latin typeface="Times New Roman"/>
                <a:ea typeface="Times New Roman"/>
                <a:cs typeface="Times New Roman"/>
                <a:sym typeface="Times New Roman"/>
              </a:defRPr>
            </a:pPr>
            <a:r>
              <a:t>The AI-Powered Study Assistant provides an intelligent and automated learning environment. By integrating AI, NLP, and spaced repetition, the system reduces manual effort, improves learning efficiency, and enhances student understanding, making it a powerful tool for modern education.</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7" name="TextBox 1"/>
          <p:cNvSpPr txBox="1"/>
          <p:nvPr/>
        </p:nvSpPr>
        <p:spPr>
          <a:xfrm>
            <a:off x="4318313" y="2743200"/>
            <a:ext cx="4132604" cy="72756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4500">
                <a:latin typeface="Times New Roman"/>
                <a:ea typeface="Times New Roman"/>
                <a:cs typeface="Times New Roman"/>
                <a:sym typeface="Times New Roman"/>
              </a:defRPr>
            </a:lvl1pPr>
          </a:lstStyle>
          <a:p>
            <a:pPr/>
            <a:r>
              <a:t>Thank You !</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rganic">
  <a:themeElements>
    <a:clrScheme name="Organic">
      <a:dk1>
        <a:srgbClr val="000000"/>
      </a:dk1>
      <a:lt1>
        <a:srgbClr val="FFFFFF"/>
      </a:lt1>
      <a:dk2>
        <a:srgbClr val="A7A7A7"/>
      </a:dk2>
      <a:lt2>
        <a:srgbClr val="535353"/>
      </a:lt2>
      <a:accent1>
        <a:srgbClr val="83992A"/>
      </a:accent1>
      <a:accent2>
        <a:srgbClr val="3C9770"/>
      </a:accent2>
      <a:accent3>
        <a:srgbClr val="44709D"/>
      </a:accent3>
      <a:accent4>
        <a:srgbClr val="A23C33"/>
      </a:accent4>
      <a:accent5>
        <a:srgbClr val="D97828"/>
      </a:accent5>
      <a:accent6>
        <a:srgbClr val="DEB340"/>
      </a:accent6>
      <a:hlink>
        <a:srgbClr val="0000FF"/>
      </a:hlink>
      <a:folHlink>
        <a:srgbClr val="FF00FF"/>
      </a:folHlink>
    </a:clrScheme>
    <a:fontScheme name="Organic">
      <a:majorFont>
        <a:latin typeface="Helvetica"/>
        <a:ea typeface="Helvetica"/>
        <a:cs typeface="Helvetica"/>
      </a:majorFont>
      <a:minorFont>
        <a:latin typeface="Aptos"/>
        <a:ea typeface="Aptos"/>
        <a:cs typeface="Aptos"/>
      </a:minorFont>
    </a:fontScheme>
    <a:fmtScheme name="Organic">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5875" cap="flat">
          <a:solidFill>
            <a:schemeClr val="accent1"/>
          </a:solidFill>
          <a:prstDash val="solid"/>
          <a:round/>
        </a:ln>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Garamond"/>
            <a:ea typeface="Garamond"/>
            <a:cs typeface="Garamond"/>
            <a:sym typeface="Garamond"/>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5875"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Garamond"/>
            <a:ea typeface="Garamond"/>
            <a:cs typeface="Garamond"/>
            <a:sym typeface="Garamond"/>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rganic">
  <a:themeElements>
    <a:clrScheme name="Organic">
      <a:dk1>
        <a:srgbClr val="000000"/>
      </a:dk1>
      <a:lt1>
        <a:srgbClr val="FFFFFF"/>
      </a:lt1>
      <a:dk2>
        <a:srgbClr val="A7A7A7"/>
      </a:dk2>
      <a:lt2>
        <a:srgbClr val="535353"/>
      </a:lt2>
      <a:accent1>
        <a:srgbClr val="83992A"/>
      </a:accent1>
      <a:accent2>
        <a:srgbClr val="3C9770"/>
      </a:accent2>
      <a:accent3>
        <a:srgbClr val="44709D"/>
      </a:accent3>
      <a:accent4>
        <a:srgbClr val="A23C33"/>
      </a:accent4>
      <a:accent5>
        <a:srgbClr val="D97828"/>
      </a:accent5>
      <a:accent6>
        <a:srgbClr val="DEB340"/>
      </a:accent6>
      <a:hlink>
        <a:srgbClr val="0000FF"/>
      </a:hlink>
      <a:folHlink>
        <a:srgbClr val="FF00FF"/>
      </a:folHlink>
    </a:clrScheme>
    <a:fontScheme name="Organic">
      <a:majorFont>
        <a:latin typeface="Helvetica"/>
        <a:ea typeface="Helvetica"/>
        <a:cs typeface="Helvetica"/>
      </a:majorFont>
      <a:minorFont>
        <a:latin typeface="Aptos"/>
        <a:ea typeface="Aptos"/>
        <a:cs typeface="Aptos"/>
      </a:minorFont>
    </a:fontScheme>
    <a:fmtScheme name="Organic">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5875" cap="flat">
          <a:solidFill>
            <a:schemeClr val="accent1"/>
          </a:solidFill>
          <a:prstDash val="solid"/>
          <a:round/>
        </a:ln>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Garamond"/>
            <a:ea typeface="Garamond"/>
            <a:cs typeface="Garamond"/>
            <a:sym typeface="Garamond"/>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5875"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Garamond"/>
            <a:ea typeface="Garamond"/>
            <a:cs typeface="Garamond"/>
            <a:sym typeface="Garamond"/>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